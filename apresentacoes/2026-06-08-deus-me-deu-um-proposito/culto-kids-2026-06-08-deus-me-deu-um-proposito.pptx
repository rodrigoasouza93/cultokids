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 do mês e explicar que a aula foi adaptada do roteiro de domingo para a segunda-feira do Culto Kids.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algumas crianças responderem: goleiro, atacante, juiz, técnico, torcida.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o tema mensal com o interesse das crianças por futebol e Copa.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devagar e repetir a frase: andando para o 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Explicar: cada parte do corpo tem valor; no time de Deus cada pessoa também tem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o goleiro faz gol o tempo todo? O atacante apita o jogo? Cada um tem uma função.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todo serviço é importante para Deus.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com carinho: toda criança é importante para Deus, para a família e para a igreja.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as crianças repetirem juntas: Deus me deu um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do roteiro: Bolas na cesta, dois grupos. Adaptar com bola real ou bolinhas de papel se necessário.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um desafio prático para 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com oração curta agradecendo a Deus pelo propósito de cada criança.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54864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0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28600"/>
            <a:ext cx="310896" cy="31089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6576"/>
            <a:ext cx="658368" cy="65836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64592"/>
            <a:ext cx="530352" cy="53035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320040"/>
            <a:ext cx="402336" cy="40233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632764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6199632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6163056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126480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6254496"/>
            <a:ext cx="438912" cy="43891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6099048"/>
            <a:ext cx="640080" cy="640080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6263640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6144768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1389888"/>
            <a:ext cx="4754880" cy="3657600"/>
          </a:xfrm>
          <a:prstGeom prst="roundRect">
            <a:avLst>
              <a:gd name="adj" fmla="val 3000"/>
            </a:avLst>
          </a:prstGeom>
          <a:solidFill>
            <a:srgbClr val="79D94A"/>
          </a:solidFill>
          <a:ln w="19050">
            <a:solidFill>
              <a:srgbClr val="3DAA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1389888"/>
            <a:ext cx="0" cy="36576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2715768"/>
            <a:ext cx="1005840" cy="1005840"/>
          </a:xfrm>
          <a:prstGeom prst="ellipse">
            <a:avLst/>
          </a:prstGeom>
          <a:solidFill>
            <a:srgbClr val="79D94A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11696" y="2532888"/>
            <a:ext cx="640080" cy="1371600"/>
          </a:xfrm>
          <a:prstGeom prst="rect">
            <a:avLst/>
          </a:prstGeom>
          <a:solidFill>
            <a:srgbClr val="79D94A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70464" y="2532888"/>
            <a:ext cx="640080" cy="1371600"/>
          </a:xfrm>
          <a:prstGeom prst="rect">
            <a:avLst/>
          </a:prstGeom>
          <a:solidFill>
            <a:srgbClr val="79D94A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59168" y="2560320"/>
            <a:ext cx="502920" cy="502920"/>
          </a:xfrm>
          <a:prstGeom prst="ellipse">
            <a:avLst/>
          </a:prstGeom>
          <a:solidFill>
            <a:srgbClr val="FFD23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0256" y="30815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goleiro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759952" y="1920240"/>
            <a:ext cx="502920" cy="502920"/>
          </a:xfrm>
          <a:prstGeom prst="ellipse">
            <a:avLst/>
          </a:prstGeom>
          <a:solidFill>
            <a:srgbClr val="48A6D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24414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atacante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966960" y="3520440"/>
            <a:ext cx="502920" cy="502920"/>
          </a:xfrm>
          <a:prstGeom prst="ellipse">
            <a:avLst/>
          </a:prstGeom>
          <a:solidFill>
            <a:srgbClr val="6ED33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28048" y="4041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ajuda</a:t>
            </a:r>
            <a:endParaRPr lang="en-US" sz="2000" dirty="0"/>
          </a:p>
        </p:txBody>
      </p:sp>
      <p:pic>
        <p:nvPicPr>
          <p:cNvPr id="30" name="Image 0" descr="/Users/rodrigosouza/Documents/cultokids/assets/gerados/2026-06-08-deus-me-deu-um-proposito/bola-futebol-nit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127248"/>
            <a:ext cx="566928" cy="566928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76656" y="749808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9808" y="822960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Aula de segunda - 08/06/2026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694944" y="153619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UMA JOGADA DO MESTRE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658368" y="2057400"/>
            <a:ext cx="58064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CADA JOGADOR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TEM UMA FUNÇÃO</a:t>
            </a:r>
            <a:endParaRPr lang="en-US" sz="3900" dirty="0"/>
          </a:p>
        </p:txBody>
      </p:sp>
      <p:sp>
        <p:nvSpPr>
          <p:cNvPr id="35" name="Shape 32"/>
          <p:cNvSpPr/>
          <p:nvPr/>
        </p:nvSpPr>
        <p:spPr>
          <a:xfrm>
            <a:off x="694944" y="3886200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E1F3FC"/>
          </a:solidFill>
          <a:ln w="12700">
            <a:solidFill>
              <a:srgbClr val="E1F3F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77824" y="4041648"/>
            <a:ext cx="50749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Tema central: Deus me deu um propósito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54864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0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28600"/>
            <a:ext cx="310896" cy="31089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6576"/>
            <a:ext cx="658368" cy="65836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64592"/>
            <a:ext cx="530352" cy="53035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320040"/>
            <a:ext cx="402336" cy="40233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632764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6199632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6163056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126480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6254496"/>
            <a:ext cx="438912" cy="43891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6099048"/>
            <a:ext cx="640080" cy="640080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6263640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6144768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76656"/>
            <a:ext cx="7955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Oi, amiguinhos!</a:t>
            </a:r>
            <a:endParaRPr lang="en-US" sz="3400" dirty="0"/>
          </a:p>
        </p:txBody>
      </p:sp>
      <p:pic>
        <p:nvPicPr>
          <p:cNvPr id="20" name="Image 0" descr="/Users/rodrigosouza/Documents/cultokids/assets/personagens/vovo-docura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34440"/>
            <a:ext cx="2971800" cy="36576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977640" y="1463040"/>
            <a:ext cx="6903720" cy="2834640"/>
          </a:xfrm>
          <a:prstGeom prst="roundRect">
            <a:avLst>
              <a:gd name="adj" fmla="val 3226"/>
            </a:avLst>
          </a:prstGeom>
          <a:solidFill>
            <a:srgbClr val="FDECF3"/>
          </a:solidFill>
          <a:ln w="12700">
            <a:solidFill>
              <a:srgbClr val="FDEC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61688" y="1773936"/>
            <a:ext cx="6135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Hoje vamos aprender que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4361688" y="2432304"/>
            <a:ext cx="6135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Deus deu um propósito</a:t>
            </a:r>
            <a:endParaRPr lang="en-US" sz="3100" dirty="0"/>
          </a:p>
        </p:txBody>
      </p:sp>
      <p:sp>
        <p:nvSpPr>
          <p:cNvPr id="24" name="Text 21"/>
          <p:cNvSpPr/>
          <p:nvPr/>
        </p:nvSpPr>
        <p:spPr>
          <a:xfrm>
            <a:off x="4361688" y="3218688"/>
            <a:ext cx="6135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para cada criança!</a:t>
            </a:r>
            <a:endParaRPr lang="en-US" sz="2700" dirty="0"/>
          </a:p>
        </p:txBody>
      </p:sp>
      <p:sp>
        <p:nvSpPr>
          <p:cNvPr id="25" name="Shape 22"/>
          <p:cNvSpPr/>
          <p:nvPr/>
        </p:nvSpPr>
        <p:spPr>
          <a:xfrm>
            <a:off x="4206240" y="4718304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79392" y="4791456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Pergunta rápida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6656832" y="4626864"/>
            <a:ext cx="438912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Qual posição você gostaria de jogar em um time?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1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54864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0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28600"/>
            <a:ext cx="310896" cy="31089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6576"/>
            <a:ext cx="658368" cy="65836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64592"/>
            <a:ext cx="530352" cy="53035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320040"/>
            <a:ext cx="402336" cy="40233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632764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6199632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6163056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126480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6254496"/>
            <a:ext cx="438912" cy="43891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6099048"/>
            <a:ext cx="640080" cy="640080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6263640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6144768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76656"/>
            <a:ext cx="44805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Tema do mês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77240" y="150876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UMA JOGADA DO MESTRE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7086600" y="1051560"/>
            <a:ext cx="4069080" cy="3931920"/>
          </a:xfrm>
          <a:prstGeom prst="roundRect">
            <a:avLst>
              <a:gd name="adj" fmla="val 2791"/>
            </a:avLst>
          </a:prstGeom>
          <a:solidFill>
            <a:srgbClr val="79D94A"/>
          </a:solidFill>
          <a:ln w="19050">
            <a:solidFill>
              <a:srgbClr val="3DAA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21140" y="1051560"/>
            <a:ext cx="0" cy="39319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18220" y="2514600"/>
            <a:ext cx="1005840" cy="1005840"/>
          </a:xfrm>
          <a:prstGeom prst="ellipse">
            <a:avLst/>
          </a:prstGeom>
          <a:solidFill>
            <a:srgbClr val="79D94A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14616" y="2331720"/>
            <a:ext cx="640080" cy="1371600"/>
          </a:xfrm>
          <a:prstGeom prst="rect">
            <a:avLst/>
          </a:prstGeom>
          <a:solidFill>
            <a:srgbClr val="79D94A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331720"/>
            <a:ext cx="640080" cy="1371600"/>
          </a:xfrm>
          <a:prstGeom prst="rect">
            <a:avLst/>
          </a:prstGeom>
          <a:solidFill>
            <a:srgbClr val="79D94A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6" name="Image 0" descr="/Users/rodrigosouza/Documents/cultokids/assets/gerados/2026-06-08-deus-me-deu-um-proposito/bola-futebol-nit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2" y="2697480"/>
            <a:ext cx="804672" cy="804672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914400" y="278892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2862072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Alvo</a:t>
            </a:r>
            <a:endParaRPr lang="en-US" sz="2300" dirty="0"/>
          </a:p>
        </p:txBody>
      </p:sp>
      <p:sp>
        <p:nvSpPr>
          <p:cNvPr id="29" name="Shape 26"/>
          <p:cNvSpPr/>
          <p:nvPr/>
        </p:nvSpPr>
        <p:spPr>
          <a:xfrm>
            <a:off x="2697480" y="278892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70632" y="2862072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Time</a:t>
            </a:r>
            <a:endParaRPr lang="en-US" sz="2300" dirty="0"/>
          </a:p>
        </p:txBody>
      </p:sp>
      <p:sp>
        <p:nvSpPr>
          <p:cNvPr id="31" name="Shape 28"/>
          <p:cNvSpPr/>
          <p:nvPr/>
        </p:nvSpPr>
        <p:spPr>
          <a:xfrm>
            <a:off x="4480560" y="2788920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53712" y="286207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Missão</a:t>
            </a:r>
            <a:endParaRPr lang="en-US" sz="2300" dirty="0"/>
          </a:p>
        </p:txBody>
      </p:sp>
      <p:sp>
        <p:nvSpPr>
          <p:cNvPr id="33" name="Text 30"/>
          <p:cNvSpPr/>
          <p:nvPr/>
        </p:nvSpPr>
        <p:spPr>
          <a:xfrm>
            <a:off x="868680" y="3703320"/>
            <a:ext cx="5715000" cy="12435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 futebol, o time precisa jogar junto.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 Reino de Deus, também servimos juntos.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54864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0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28600"/>
            <a:ext cx="310896" cy="31089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6576"/>
            <a:ext cx="658368" cy="65836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64592"/>
            <a:ext cx="530352" cy="53035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320040"/>
            <a:ext cx="402336" cy="40233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632764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6199632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6163056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126480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6254496"/>
            <a:ext cx="438912" cy="43891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6099048"/>
            <a:ext cx="640080" cy="640080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6263640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6144768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76656"/>
            <a:ext cx="7955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Versículo-chave do mês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786384" y="1572768"/>
            <a:ext cx="7479792" cy="2971800"/>
          </a:xfrm>
          <a:prstGeom prst="roundRect">
            <a:avLst>
              <a:gd name="adj" fmla="val 3077"/>
            </a:avLst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1847088"/>
            <a:ext cx="685800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Continuo andando para o alvo,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onde está o meu prêmio maior,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que é o chamado de Deus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em Cristo Jesus.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2240280" y="3931920"/>
            <a:ext cx="2971800" cy="566928"/>
          </a:xfrm>
          <a:prstGeom prst="roundRect">
            <a:avLst>
              <a:gd name="adj" fmla="val 12903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4005072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Filipenses 3:14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778240" y="1600200"/>
            <a:ext cx="1874520" cy="18745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33688" y="1755648"/>
            <a:ext cx="1563624" cy="1563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89136" y="1911096"/>
            <a:ext cx="1252728" cy="1252728"/>
          </a:xfrm>
          <a:prstGeom prst="ellipse">
            <a:avLst/>
          </a:prstGeom>
          <a:solidFill>
            <a:srgbClr val="48A6D6"/>
          </a:solidFill>
          <a:ln w="12700">
            <a:solidFill>
              <a:srgbClr val="48A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44584" y="2066544"/>
            <a:ext cx="941832" cy="9418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00032" y="2221992"/>
            <a:ext cx="630936" cy="630936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pic>
        <p:nvPicPr>
          <p:cNvPr id="29" name="Image 0" descr="/Users/rodrigosouza/Documents/cultokids/assets/gerados/2026-06-08-deus-me-deu-um-proposito/bola-futebol-nit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2" y="379476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54864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0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28600"/>
            <a:ext cx="310896" cy="31089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6576"/>
            <a:ext cx="658368" cy="65836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64592"/>
            <a:ext cx="530352" cy="53035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320040"/>
            <a:ext cx="402336" cy="40233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632764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6199632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6163056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126480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6254496"/>
            <a:ext cx="438912" cy="43891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6099048"/>
            <a:ext cx="640080" cy="640080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6263640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6144768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76656"/>
            <a:ext cx="7955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Versículo-base da aula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786384" y="1572768"/>
            <a:ext cx="7479792" cy="2971800"/>
          </a:xfrm>
          <a:prstGeom prst="roundRect">
            <a:avLst>
              <a:gd name="adj" fmla="val 3077"/>
            </a:avLst>
          </a:prstGeom>
          <a:solidFill>
            <a:srgbClr val="FDECF3"/>
          </a:solidFill>
          <a:ln w="12700">
            <a:solidFill>
              <a:srgbClr val="FDEC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1847088"/>
            <a:ext cx="6858000" cy="1874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Se todos fossem um só membro,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onde estaria o corpo?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Assim, há muitos membros,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mas um só corpo.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2240280" y="3931920"/>
            <a:ext cx="2971800" cy="566928"/>
          </a:xfrm>
          <a:prstGeom prst="roundRect">
            <a:avLst>
              <a:gd name="adj" fmla="val 12903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4005072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 Coríntios 12:19-20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595360" y="1554480"/>
            <a:ext cx="658368" cy="658368"/>
          </a:xfrm>
          <a:prstGeom prst="ellipse">
            <a:avLst/>
          </a:prstGeom>
          <a:solidFill>
            <a:srgbClr val="48A6D6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16733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601200" y="2057400"/>
            <a:ext cx="658368" cy="658368"/>
          </a:xfrm>
          <a:prstGeom prst="ellipse">
            <a:avLst/>
          </a:prstGeom>
          <a:solidFill>
            <a:srgbClr val="6ED33F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21762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424160" y="1554480"/>
            <a:ext cx="658368" cy="658368"/>
          </a:xfrm>
          <a:prstGeom prst="ellipse">
            <a:avLst/>
          </a:prstGeom>
          <a:solidFill>
            <a:srgbClr val="FFD23B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0" y="167335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052560" y="3063240"/>
            <a:ext cx="658368" cy="658368"/>
          </a:xfrm>
          <a:prstGeom prst="ellipse">
            <a:avLst/>
          </a:prstGeom>
          <a:solidFill>
            <a:srgbClr val="FF9933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31821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040112" y="3291840"/>
            <a:ext cx="658368" cy="658368"/>
          </a:xfrm>
          <a:prstGeom prst="ellipse">
            <a:avLst/>
          </a:prstGeom>
          <a:solidFill>
            <a:srgbClr val="FF6B6B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40112" y="34107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503920" y="4297680"/>
            <a:ext cx="27889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muitos jogadores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um só time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54864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0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28600"/>
            <a:ext cx="310896" cy="31089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6576"/>
            <a:ext cx="658368" cy="65836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64592"/>
            <a:ext cx="530352" cy="53035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320040"/>
            <a:ext cx="402336" cy="40233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632764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6199632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6163056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126480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6254496"/>
            <a:ext cx="438912" cy="43891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6099048"/>
            <a:ext cx="640080" cy="640080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6263640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6144768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76656"/>
            <a:ext cx="7955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 futebol, cada um tem função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822960" y="1417320"/>
            <a:ext cx="5806440" cy="4160520"/>
          </a:xfrm>
          <a:prstGeom prst="roundRect">
            <a:avLst>
              <a:gd name="adj" fmla="val 2637"/>
            </a:avLst>
          </a:prstGeom>
          <a:solidFill>
            <a:srgbClr val="79D94A"/>
          </a:solidFill>
          <a:ln w="19050">
            <a:solidFill>
              <a:srgbClr val="3DAA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1417320"/>
            <a:ext cx="0" cy="41605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3260" y="2994660"/>
            <a:ext cx="1005840" cy="1005840"/>
          </a:xfrm>
          <a:prstGeom prst="ellipse">
            <a:avLst/>
          </a:prstGeom>
          <a:solidFill>
            <a:srgbClr val="79D94A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" y="2811780"/>
            <a:ext cx="640080" cy="1371600"/>
          </a:xfrm>
          <a:prstGeom prst="rect">
            <a:avLst/>
          </a:prstGeom>
          <a:solidFill>
            <a:srgbClr val="79D94A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61304" y="2811780"/>
            <a:ext cx="640080" cy="1371600"/>
          </a:xfrm>
          <a:prstGeom prst="rect">
            <a:avLst/>
          </a:prstGeom>
          <a:solidFill>
            <a:srgbClr val="79D94A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7008" y="3063240"/>
            <a:ext cx="502920" cy="502920"/>
          </a:xfrm>
          <a:prstGeom prst="ellipse">
            <a:avLst/>
          </a:prstGeom>
          <a:solidFill>
            <a:srgbClr val="FFD23B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35844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goleiro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2926080" y="1965960"/>
            <a:ext cx="502920" cy="502920"/>
          </a:xfrm>
          <a:prstGeom prst="ellipse">
            <a:avLst/>
          </a:prstGeom>
          <a:solidFill>
            <a:srgbClr val="48A6D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atacante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343400" y="3611880"/>
            <a:ext cx="502920" cy="502920"/>
          </a:xfrm>
          <a:prstGeom prst="ellipse">
            <a:avLst/>
          </a:prstGeom>
          <a:solidFill>
            <a:srgbClr val="FF99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04488" y="41330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capitão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349240" y="2697480"/>
            <a:ext cx="502920" cy="5029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2186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juiz</a:t>
            </a:r>
            <a:endParaRPr lang="en-US" sz="2000" dirty="0"/>
          </a:p>
        </p:txBody>
      </p:sp>
      <p:pic>
        <p:nvPicPr>
          <p:cNvPr id="33" name="Image 0" descr="/Users/rodrigosouza/Documents/cultokids/assets/gerados/2026-06-08-deus-me-deu-um-proposito/bola-futebol-nit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4448" y="2971800"/>
            <a:ext cx="502920" cy="50292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7132320" y="141732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296912" y="1545336"/>
            <a:ext cx="364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Goleiro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7296912" y="1984248"/>
            <a:ext cx="364845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defende o gol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7132320" y="2578608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96912" y="2706624"/>
            <a:ext cx="364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Atacante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7296912" y="3145536"/>
            <a:ext cx="364845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ataca o time adversário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7132320" y="374904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296912" y="3877056"/>
            <a:ext cx="3648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Juiz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7296912" y="4315968"/>
            <a:ext cx="3648456" cy="283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ajuda o jogo a ser justo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54864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0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28600"/>
            <a:ext cx="310896" cy="31089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6576"/>
            <a:ext cx="658368" cy="65836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64592"/>
            <a:ext cx="530352" cy="53035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320040"/>
            <a:ext cx="402336" cy="40233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632764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6199632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6163056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126480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6254496"/>
            <a:ext cx="438912" cy="43891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6099048"/>
            <a:ext cx="640080" cy="640080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6263640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6144768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76656"/>
            <a:ext cx="7955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 Reino, cada um serve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804672" y="1444752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E1F3FC"/>
          </a:solidFill>
          <a:ln w="15240">
            <a:solidFill>
              <a:srgbClr val="E1F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157276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Alguns cantam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69264" y="2011680"/>
            <a:ext cx="2231136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louvando a Deus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611880" y="1444752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E9F9DF"/>
          </a:solidFill>
          <a:ln w="15240">
            <a:solidFill>
              <a:srgbClr val="E9F9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157276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Outros ajudam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776472" y="2011680"/>
            <a:ext cx="2231136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com amor e alegria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419088" y="1444752"/>
            <a:ext cx="2560320" cy="1481328"/>
          </a:xfrm>
          <a:prstGeom prst="roundRect">
            <a:avLst>
              <a:gd name="adj" fmla="val 4938"/>
            </a:avLst>
          </a:prstGeom>
          <a:solidFill>
            <a:srgbClr val="FDECF3"/>
          </a:solidFill>
          <a:ln w="15240">
            <a:solidFill>
              <a:srgbClr val="FDEC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57276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Outros oram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583680" y="2011680"/>
            <a:ext cx="2231136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pelas pessoas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226296" y="1444752"/>
            <a:ext cx="2176272" cy="1481328"/>
          </a:xfrm>
          <a:prstGeom prst="roundRect">
            <a:avLst>
              <a:gd name="adj" fmla="val 4938"/>
            </a:avLst>
          </a:prstGeom>
          <a:solidFill>
            <a:srgbClr val="FFD23B"/>
          </a:solidFill>
          <a:ln w="15240">
            <a:solidFill>
              <a:srgbClr val="FFD2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90888" y="15727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Outros evangelizam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390888" y="2011680"/>
            <a:ext cx="1847088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falando de Jesus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33856" y="3749040"/>
            <a:ext cx="658368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Ninguém precisa copiar o outro.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Deus usa cada criança de um jeito especial.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54864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0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28600"/>
            <a:ext cx="310896" cy="31089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6576"/>
            <a:ext cx="658368" cy="65836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64592"/>
            <a:ext cx="530352" cy="53035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320040"/>
            <a:ext cx="402336" cy="40233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632764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6199632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6163056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126480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6254496"/>
            <a:ext cx="438912" cy="43891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6099048"/>
            <a:ext cx="640080" cy="640080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6263640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6144768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76656"/>
            <a:ext cx="7955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Você é importante!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786384" y="1408176"/>
            <a:ext cx="5806440" cy="1143000"/>
          </a:xfrm>
          <a:prstGeom prst="roundRect">
            <a:avLst>
              <a:gd name="adj" fmla="val 6400"/>
            </a:avLst>
          </a:prstGeom>
          <a:solidFill>
            <a:srgbClr val="FDECF3"/>
          </a:solidFill>
          <a:ln w="12700">
            <a:solidFill>
              <a:srgbClr val="FDEC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1591056"/>
            <a:ext cx="521208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Tem criança que pensa: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“Eu não sou importante.”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786384" y="2880360"/>
            <a:ext cx="5806440" cy="1325880"/>
          </a:xfrm>
          <a:prstGeom prst="roundRect">
            <a:avLst>
              <a:gd name="adj" fmla="val 5517"/>
            </a:avLst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108960"/>
            <a:ext cx="5257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Mas Deus diz: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“Você tem valor e propósito!”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7726680" y="1335024"/>
            <a:ext cx="1920240" cy="19202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2128" y="1490472"/>
            <a:ext cx="1609344" cy="16093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37576" y="1645920"/>
            <a:ext cx="1298448" cy="1298448"/>
          </a:xfrm>
          <a:prstGeom prst="ellipse">
            <a:avLst/>
          </a:prstGeom>
          <a:solidFill>
            <a:srgbClr val="48A6D6"/>
          </a:solidFill>
          <a:ln w="12700">
            <a:solidFill>
              <a:srgbClr val="48A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3024" y="1801368"/>
            <a:ext cx="987552" cy="9875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48472" y="1956816"/>
            <a:ext cx="676656" cy="676656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3456432"/>
            <a:ext cx="658368" cy="658368"/>
          </a:xfrm>
          <a:prstGeom prst="ellipse">
            <a:avLst/>
          </a:prstGeom>
          <a:solidFill>
            <a:srgbClr val="48A6D6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35753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412480" y="3959352"/>
            <a:ext cx="658368" cy="658368"/>
          </a:xfrm>
          <a:prstGeom prst="ellipse">
            <a:avLst/>
          </a:prstGeom>
          <a:solidFill>
            <a:srgbClr val="6ED33F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40782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235440" y="3456432"/>
            <a:ext cx="658368" cy="658368"/>
          </a:xfrm>
          <a:prstGeom prst="ellipse">
            <a:avLst/>
          </a:prstGeom>
          <a:solidFill>
            <a:srgbClr val="FFD23B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35753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863840" y="4965192"/>
            <a:ext cx="658368" cy="658368"/>
          </a:xfrm>
          <a:prstGeom prst="ellipse">
            <a:avLst/>
          </a:prstGeom>
          <a:solidFill>
            <a:srgbClr val="FF9933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50840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8851392" y="5193792"/>
            <a:ext cx="658368" cy="658368"/>
          </a:xfrm>
          <a:prstGeom prst="ellipse">
            <a:avLst/>
          </a:prstGeom>
          <a:solidFill>
            <a:srgbClr val="FF6B6B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51392" y="5312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315200" y="6199632"/>
            <a:ext cx="27889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muitos jogadores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um só time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1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54864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0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28600"/>
            <a:ext cx="310896" cy="31089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6576"/>
            <a:ext cx="658368" cy="65836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64592"/>
            <a:ext cx="530352" cy="53035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320040"/>
            <a:ext cx="402336" cy="40233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632764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6199632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6163056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126480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6254496"/>
            <a:ext cx="438912" cy="43891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6099048"/>
            <a:ext cx="640080" cy="640080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6263640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6144768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76656"/>
            <a:ext cx="7955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Vamos participar?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60120" y="1444752"/>
            <a:ext cx="44805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Complete em voz alta: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60120" y="2148840"/>
            <a:ext cx="10012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2359152"/>
            <a:ext cx="93726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 time de Deus, eu tenho uma...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4160520" y="3703320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33672" y="3776472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FUNÇÃO!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2057400" y="4617720"/>
            <a:ext cx="786384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Agora diga para o colega: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Deus me deu um propósito!</a:t>
            </a:r>
            <a:endParaRPr lang="en-US"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54864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0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28600"/>
            <a:ext cx="310896" cy="31089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6576"/>
            <a:ext cx="658368" cy="65836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64592"/>
            <a:ext cx="530352" cy="53035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320040"/>
            <a:ext cx="402336" cy="40233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632764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6199632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6163056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126480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6254496"/>
            <a:ext cx="438912" cy="43891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6099048"/>
            <a:ext cx="640080" cy="640080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6263640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6144768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76656"/>
            <a:ext cx="7955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Atividade: Bolas na cesta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8321040" y="1965960"/>
            <a:ext cx="2011680" cy="1005840"/>
          </a:xfrm>
          <a:prstGeom prst="arc">
            <a:avLst/>
          </a:prstGeom>
          <a:noFill/>
          <a:ln w="63500">
            <a:solidFill>
              <a:srgbClr val="FF99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22208" y="2660904"/>
            <a:ext cx="1609344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50800">
            <a:solidFill>
              <a:srgbClr val="FF99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5088" y="2715768"/>
            <a:ext cx="-256032" cy="1143000"/>
          </a:xfrm>
          <a:prstGeom prst="line">
            <a:avLst/>
          </a:prstGeom>
          <a:noFill/>
          <a:ln w="19050">
            <a:solidFill>
              <a:srgbClr val="FF99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89136" y="2715768"/>
            <a:ext cx="-256032" cy="1143000"/>
          </a:xfrm>
          <a:prstGeom prst="line">
            <a:avLst/>
          </a:prstGeom>
          <a:noFill/>
          <a:ln w="19050">
            <a:solidFill>
              <a:srgbClr val="FF99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73184" y="2715768"/>
            <a:ext cx="-256032" cy="1143000"/>
          </a:xfrm>
          <a:prstGeom prst="line">
            <a:avLst/>
          </a:prstGeom>
          <a:noFill/>
          <a:ln w="19050">
            <a:solidFill>
              <a:srgbClr val="FF99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57232" y="2715768"/>
            <a:ext cx="-256032" cy="1143000"/>
          </a:xfrm>
          <a:prstGeom prst="line">
            <a:avLst/>
          </a:prstGeom>
          <a:noFill/>
          <a:ln w="19050">
            <a:solidFill>
              <a:srgbClr val="FF9933"/>
            </a:solidFill>
            <a:prstDash val="solid"/>
          </a:ln>
        </p:spPr>
      </p:sp>
      <p:pic>
        <p:nvPicPr>
          <p:cNvPr id="26" name="Image 0" descr="/Users/rodrigosouza/Documents/cultokids/assets/gerados/2026-06-08-deus-me-deu-um-proposito/bola-futebol-nit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76" y="4261104"/>
            <a:ext cx="502920" cy="502920"/>
          </a:xfrm>
          <a:prstGeom prst="rect">
            <a:avLst/>
          </a:prstGeom>
        </p:spPr>
      </p:pic>
      <p:pic>
        <p:nvPicPr>
          <p:cNvPr id="27" name="Image 1" descr="/Users/rodrigosouza/Documents/cultokids/assets/gerados/2026-06-08-deus-me-deu-um-proposito/bola-futebol-niti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4389120"/>
            <a:ext cx="502920" cy="50292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822960" y="141732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E1F3FC"/>
          </a:solidFill>
          <a:ln w="15240">
            <a:solidFill>
              <a:srgbClr val="E1F3F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87552" y="1545336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1. Dois grupos</a:t>
            </a:r>
            <a:endParaRPr lang="en-US" sz="2100" dirty="0"/>
          </a:p>
        </p:txBody>
      </p:sp>
      <p:sp>
        <p:nvSpPr>
          <p:cNvPr id="30" name="Text 26"/>
          <p:cNvSpPr/>
          <p:nvPr/>
        </p:nvSpPr>
        <p:spPr>
          <a:xfrm>
            <a:off x="987552" y="1984248"/>
            <a:ext cx="300837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divida a turma em times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822960" y="27432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E9F9DF"/>
          </a:solidFill>
          <a:ln w="15240">
            <a:solidFill>
              <a:srgbClr val="E9F9D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87552" y="2871216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2. Funções</a:t>
            </a:r>
            <a:endParaRPr lang="en-US" sz="2100" dirty="0"/>
          </a:p>
        </p:txBody>
      </p:sp>
      <p:sp>
        <p:nvSpPr>
          <p:cNvPr id="33" name="Text 29"/>
          <p:cNvSpPr/>
          <p:nvPr/>
        </p:nvSpPr>
        <p:spPr>
          <a:xfrm>
            <a:off x="987552" y="3310128"/>
            <a:ext cx="300837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cada criança participa</a:t>
            </a:r>
            <a:endParaRPr lang="en-US" sz="2000" dirty="0"/>
          </a:p>
        </p:txBody>
      </p:sp>
      <p:sp>
        <p:nvSpPr>
          <p:cNvPr id="34" name="Shape 30"/>
          <p:cNvSpPr/>
          <p:nvPr/>
        </p:nvSpPr>
        <p:spPr>
          <a:xfrm>
            <a:off x="822960" y="406908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D23B"/>
          </a:solidFill>
          <a:ln w="15240">
            <a:solidFill>
              <a:srgbClr val="FFD23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87552" y="4197096"/>
            <a:ext cx="3008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3. Todos importam</a:t>
            </a:r>
            <a:endParaRPr lang="en-US" sz="2100" dirty="0"/>
          </a:p>
        </p:txBody>
      </p:sp>
      <p:sp>
        <p:nvSpPr>
          <p:cNvPr id="36" name="Text 32"/>
          <p:cNvSpPr/>
          <p:nvPr/>
        </p:nvSpPr>
        <p:spPr>
          <a:xfrm>
            <a:off x="987552" y="4636008"/>
            <a:ext cx="300837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premie todos no final</a:t>
            </a:r>
            <a:endParaRPr lang="en-US" sz="2000" dirty="0"/>
          </a:p>
        </p:txBody>
      </p:sp>
      <p:sp>
        <p:nvSpPr>
          <p:cNvPr id="37" name="Text 33"/>
          <p:cNvSpPr/>
          <p:nvPr/>
        </p:nvSpPr>
        <p:spPr>
          <a:xfrm>
            <a:off x="4526280" y="1874520"/>
            <a:ext cx="329184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Mensagem da brincadeira: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 time precisa de todos!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54864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0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28600"/>
            <a:ext cx="310896" cy="31089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6576"/>
            <a:ext cx="658368" cy="65836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64592"/>
            <a:ext cx="530352" cy="53035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320040"/>
            <a:ext cx="402336" cy="40233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632764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6199632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6163056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126480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6254496"/>
            <a:ext cx="438912" cy="43891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6099048"/>
            <a:ext cx="640080" cy="640080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6263640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6144768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676656"/>
            <a:ext cx="79552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Desafio da semana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841248" y="1444752"/>
            <a:ext cx="2880360" cy="1298448"/>
          </a:xfrm>
          <a:prstGeom prst="roundRect">
            <a:avLst>
              <a:gd name="adj" fmla="val 5634"/>
            </a:avLst>
          </a:prstGeom>
          <a:solidFill>
            <a:srgbClr val="E1F3FC"/>
          </a:solidFill>
          <a:ln w="15240">
            <a:solidFill>
              <a:srgbClr val="E1F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157276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Em casa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05840" y="2011680"/>
            <a:ext cx="255117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ajude alguém sem reclamar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977640" y="1444752"/>
            <a:ext cx="2880360" cy="1298448"/>
          </a:xfrm>
          <a:prstGeom prst="roundRect">
            <a:avLst>
              <a:gd name="adj" fmla="val 5634"/>
            </a:avLst>
          </a:prstGeom>
          <a:solidFill>
            <a:srgbClr val="E9F9DF"/>
          </a:solidFill>
          <a:ln w="15240">
            <a:solidFill>
              <a:srgbClr val="E9F9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42232" y="157276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Na igreja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142232" y="2011680"/>
            <a:ext cx="255117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procure um jeito de servir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41248" y="3127248"/>
            <a:ext cx="2880360" cy="1298448"/>
          </a:xfrm>
          <a:prstGeom prst="roundRect">
            <a:avLst>
              <a:gd name="adj" fmla="val 5634"/>
            </a:avLst>
          </a:prstGeom>
          <a:solidFill>
            <a:srgbClr val="FFD23B"/>
          </a:solidFill>
          <a:ln w="15240">
            <a:solidFill>
              <a:srgbClr val="FFD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25526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Na escola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05840" y="3694176"/>
            <a:ext cx="255117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trate os colegas com amor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977640" y="3127248"/>
            <a:ext cx="2880360" cy="1298448"/>
          </a:xfrm>
          <a:prstGeom prst="roundRect">
            <a:avLst>
              <a:gd name="adj" fmla="val 5634"/>
            </a:avLst>
          </a:prstGeom>
          <a:solidFill>
            <a:srgbClr val="FDECF3"/>
          </a:solidFill>
          <a:ln w="15240">
            <a:solidFill>
              <a:srgbClr val="FDEC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42232" y="325526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Na oração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4142232" y="3694176"/>
            <a:ext cx="255117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peça a Deus direção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87552" y="4983480"/>
            <a:ext cx="621792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Pergunte a Deus: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“Como eu posso ajudar hoje?”</a:t>
            </a:r>
            <a:endParaRPr lang="en-US" sz="2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F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972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54864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74520" y="0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28600"/>
            <a:ext cx="310896" cy="31089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36576"/>
            <a:ext cx="658368" cy="65836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64592"/>
            <a:ext cx="530352" cy="53035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75720" y="320040"/>
            <a:ext cx="402336" cy="402336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6327648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6199632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6163056"/>
            <a:ext cx="566928" cy="566928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6126480"/>
            <a:ext cx="347472" cy="347472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6254496"/>
            <a:ext cx="438912" cy="438912"/>
          </a:xfrm>
          <a:prstGeom prst="ellipse">
            <a:avLst/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82128" y="6099048"/>
            <a:ext cx="640080" cy="640080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19488" y="6263640"/>
            <a:ext cx="530352" cy="530352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6144768"/>
            <a:ext cx="384048" cy="384048"/>
          </a:xfrm>
          <a:prstGeom prst="ellipse">
            <a:avLst/>
          </a:prstGeom>
          <a:solidFill>
            <a:srgbClr val="6ED33F"/>
          </a:solidFill>
          <a:ln w="12700">
            <a:solidFill>
              <a:srgbClr val="6ED3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9F9DF"/>
          </a:solidFill>
          <a:ln w="12700">
            <a:solidFill>
              <a:srgbClr val="E9F9DF"/>
            </a:solidFill>
            <a:prstDash val="solid"/>
          </a:ln>
        </p:spPr>
      </p:sp>
      <p:pic>
        <p:nvPicPr>
          <p:cNvPr id="19" name="Image 0" descr="/Users/rodrigosouza/Documents/cultokids/assets/personagens/vovo-docura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54480"/>
            <a:ext cx="2926080" cy="35661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977640" y="960120"/>
            <a:ext cx="60350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Hoje eu aprendi: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4069080" y="1965960"/>
            <a:ext cx="63093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Deus me deu um propósito.</a:t>
            </a:r>
            <a:endParaRPr lang="en-US" sz="3100" dirty="0"/>
          </a:p>
        </p:txBody>
      </p:sp>
      <p:sp>
        <p:nvSpPr>
          <p:cNvPr id="22" name="Text 19"/>
          <p:cNvSpPr/>
          <p:nvPr/>
        </p:nvSpPr>
        <p:spPr>
          <a:xfrm>
            <a:off x="4069080" y="2788920"/>
            <a:ext cx="65836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Eu sou importante no time de Deus.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4069080" y="3611880"/>
            <a:ext cx="62179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Eu posso servir com alegria!</a:t>
            </a:r>
            <a:endParaRPr lang="en-US" sz="3000" dirty="0"/>
          </a:p>
        </p:txBody>
      </p:sp>
      <p:sp>
        <p:nvSpPr>
          <p:cNvPr id="24" name="Shape 21"/>
          <p:cNvSpPr/>
          <p:nvPr/>
        </p:nvSpPr>
        <p:spPr>
          <a:xfrm>
            <a:off x="5486400" y="4800600"/>
            <a:ext cx="2971800" cy="566928"/>
          </a:xfrm>
          <a:prstGeom prst="roundRect">
            <a:avLst>
              <a:gd name="adj" fmla="val 12903"/>
            </a:avLst>
          </a:prstGeom>
          <a:solidFill>
            <a:srgbClr val="FFD23B"/>
          </a:solidFill>
          <a:ln w="12700">
            <a:solidFill>
              <a:srgbClr val="FFD23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59552" y="4873752"/>
            <a:ext cx="2825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Até a próxima!</a:t>
            </a:r>
            <a:endParaRPr lang="en-US" sz="2700" dirty="0"/>
          </a:p>
        </p:txBody>
      </p:sp>
      <p:pic>
        <p:nvPicPr>
          <p:cNvPr id="26" name="Image 1" descr="/Users/rodrigosouza/Documents/cultokids/assets/gerados/2026-06-08-deus-me-deu-um-proposito/bola-futebol-niti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4700016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mforta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mforta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Culto Kids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Culto Kids - Deus me deu um proposito</dc:title>
  <dc:subject>Uma jogada do Mestre - Deus me deu um proposito</dc:subject>
  <dc:creator>Culto Kids</dc:creator>
  <cp:lastModifiedBy>Culto Kids</cp:lastModifiedBy>
  <cp:revision>1</cp:revision>
  <dcterms:created xsi:type="dcterms:W3CDTF">2026-06-08T11:40:01Z</dcterms:created>
  <dcterms:modified xsi:type="dcterms:W3CDTF">2026-06-08T11:40:01Z</dcterms:modified>
</cp:coreProperties>
</file>