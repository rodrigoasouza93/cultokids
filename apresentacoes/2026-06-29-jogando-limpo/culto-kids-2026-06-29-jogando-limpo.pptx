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d9463e56b44c7" /><Relationship Type="http://schemas.openxmlformats.org/officeDocument/2006/relationships/extended-properties" Target="/docProps/app.xml" Id="R858ccc0e86de4d8b" /><Relationship Type="http://schemas.openxmlformats.org/officeDocument/2006/relationships/officeDocument" Target="/ppt/presentation.xml" Id="R7fb2d5bf75b1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f375a03a54501"/>
  </p:sldMasterIdLst>
  <p:notesMasterIdLst>
    <p:notesMasterId xmlns:r="http://schemas.openxmlformats.org/officeDocument/2006/relationships" r:id="R8c1b94679f5a47f8"/>
  </p:notesMasterIdLst>
  <p:sldIdLst>
    <p:sldId xmlns:r="http://schemas.openxmlformats.org/officeDocument/2006/relationships" id="256" r:id="Re12995ddfe1b4afe"/>
    <p:sldId xmlns:r="http://schemas.openxmlformats.org/officeDocument/2006/relationships" id="257" r:id="R20e46cf610de4fb2"/>
    <p:sldId xmlns:r="http://schemas.openxmlformats.org/officeDocument/2006/relationships" id="258" r:id="R6204b5cc04a54aef"/>
    <p:sldId xmlns:r="http://schemas.openxmlformats.org/officeDocument/2006/relationships" id="259" r:id="R5864065d00db4925"/>
    <p:sldId xmlns:r="http://schemas.openxmlformats.org/officeDocument/2006/relationships" id="260" r:id="R895f3cceb2ad4cee"/>
    <p:sldId xmlns:r="http://schemas.openxmlformats.org/officeDocument/2006/relationships" id="261" r:id="R65ac6482d721483a"/>
    <p:sldId xmlns:r="http://schemas.openxmlformats.org/officeDocument/2006/relationships" id="262" r:id="Rdd0c007ff69547ab"/>
    <p:sldId xmlns:r="http://schemas.openxmlformats.org/officeDocument/2006/relationships" id="263" r:id="Rc2c882c56352474e"/>
    <p:sldId xmlns:r="http://schemas.openxmlformats.org/officeDocument/2006/relationships" id="264" r:id="R7e2745a05d144553"/>
    <p:sldId xmlns:r="http://schemas.openxmlformats.org/officeDocument/2006/relationships" id="265" r:id="R0775e322d8dd4e79"/>
    <p:sldId xmlns:r="http://schemas.openxmlformats.org/officeDocument/2006/relationships" id="266" r:id="R47318d20cc8f423a"/>
    <p:sldId xmlns:r="http://schemas.openxmlformats.org/officeDocument/2006/relationships" id="267" r:id="R6b26dbba72d844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dd7386b114743" /><Relationship Type="http://schemas.openxmlformats.org/officeDocument/2006/relationships/slideMaster" Target="/ppt/slideMasters/slideMaster1.xml" Id="Rf85f375a03a54501" /><Relationship Type="http://schemas.openxmlformats.org/officeDocument/2006/relationships/notesMaster" Target="/ppt/notesMasters/notesMaster1.xml" Id="R8c1b94679f5a47f8" /><Relationship Type="http://schemas.openxmlformats.org/officeDocument/2006/relationships/presProps" Target="/ppt/presProps.xml" Id="Ra101751e28994a4b" /><Relationship Type="http://schemas.openxmlformats.org/officeDocument/2006/relationships/tableStyles" Target="/ppt/tableStyles.xml" Id="R1d8c10023f5f4fea" /><Relationship Type="http://schemas.openxmlformats.org/officeDocument/2006/relationships/slide" Target="/ppt/slides/slide1.xml" Id="Re12995ddfe1b4afe" /><Relationship Type="http://schemas.openxmlformats.org/officeDocument/2006/relationships/slide" Target="/ppt/slides/slide2.xml" Id="R20e46cf610de4fb2" /><Relationship Type="http://schemas.openxmlformats.org/officeDocument/2006/relationships/slide" Target="/ppt/slides/slide3.xml" Id="R6204b5cc04a54aef" /><Relationship Type="http://schemas.openxmlformats.org/officeDocument/2006/relationships/slide" Target="/ppt/slides/slide4.xml" Id="R5864065d00db4925" /><Relationship Type="http://schemas.openxmlformats.org/officeDocument/2006/relationships/slide" Target="/ppt/slides/slide5.xml" Id="R895f3cceb2ad4cee" /><Relationship Type="http://schemas.openxmlformats.org/officeDocument/2006/relationships/slide" Target="/ppt/slides/slide6.xml" Id="R65ac6482d721483a" /><Relationship Type="http://schemas.openxmlformats.org/officeDocument/2006/relationships/slide" Target="/ppt/slides/slide7.xml" Id="Rdd0c007ff69547ab" /><Relationship Type="http://schemas.openxmlformats.org/officeDocument/2006/relationships/slide" Target="/ppt/slides/slide8.xml" Id="Rc2c882c56352474e" /><Relationship Type="http://schemas.openxmlformats.org/officeDocument/2006/relationships/slide" Target="/ppt/slides/slide9.xml" Id="R7e2745a05d144553" /><Relationship Type="http://schemas.openxmlformats.org/officeDocument/2006/relationships/slide" Target="/ppt/slides/slide10.xml" Id="R0775e322d8dd4e79" /><Relationship Type="http://schemas.openxmlformats.org/officeDocument/2006/relationships/slide" Target="/ppt/slides/slide11.xml" Id="R47318d20cc8f423a" /><Relationship Type="http://schemas.openxmlformats.org/officeDocument/2006/relationships/slide" Target="/ppt/slides/slide12.xml" Id="R6b26dbba72d844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65005845c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5bba3d5ed44c9f" /><Relationship Type="http://schemas.openxmlformats.org/officeDocument/2006/relationships/notesMaster" Target="/ppt/notesMasters/notesMaster1.xml" Id="R6ff72e6a65cd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16c6425184c1a" /><Relationship Type="http://schemas.openxmlformats.org/officeDocument/2006/relationships/notesMaster" Target="/ppt/notesMasters/notesMaster1.xml" Id="R52d887079f5b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da9c032574438" /><Relationship Type="http://schemas.openxmlformats.org/officeDocument/2006/relationships/notesMaster" Target="/ppt/notesMasters/notesMaster1.xml" Id="R21dd7f6200fe4c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12713409d14845" /><Relationship Type="http://schemas.openxmlformats.org/officeDocument/2006/relationships/notesMaster" Target="/ppt/notesMasters/notesMaster1.xml" Id="R147b72dfc22444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e3e25d818e4040" /><Relationship Type="http://schemas.openxmlformats.org/officeDocument/2006/relationships/notesMaster" Target="/ppt/notesMasters/notesMaster1.xml" Id="R6172f75f67a1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60b297ba54611" /><Relationship Type="http://schemas.openxmlformats.org/officeDocument/2006/relationships/notesMaster" Target="/ppt/notesMasters/notesMaster1.xml" Id="R5bae5c8890b841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a1f69d79cc4538" /><Relationship Type="http://schemas.openxmlformats.org/officeDocument/2006/relationships/notesMaster" Target="/ppt/notesMasters/notesMaster1.xml" Id="R0bfb3480a13c4f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3578e988f4957" /><Relationship Type="http://schemas.openxmlformats.org/officeDocument/2006/relationships/notesMaster" Target="/ppt/notesMasters/notesMaster1.xml" Id="Rc1a53d53e0f6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877bf614944bf6" /><Relationship Type="http://schemas.openxmlformats.org/officeDocument/2006/relationships/notesMaster" Target="/ppt/notesMasters/notesMaster1.xml" Id="R22a0e1320264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d851a6eee424b" /><Relationship Type="http://schemas.openxmlformats.org/officeDocument/2006/relationships/notesMaster" Target="/ppt/notesMasters/notesMaster1.xml" Id="R4176ee0de3f540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2d03fb0c794f9e" /><Relationship Type="http://schemas.openxmlformats.org/officeDocument/2006/relationships/notesMaster" Target="/ppt/notesMasters/notesMaster1.xml" Id="R078ba6c30d7f42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e834d24a164dc5" /><Relationship Type="http://schemas.openxmlformats.org/officeDocument/2006/relationships/notesMaster" Target="/ppt/notesMasters/notesMaster1.xml" Id="Rb3ad7e19f983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perguntando: o que significa jogar limpo?</a:t>
            </a:r>
          </a:p>
          <a:p xmlns:a="http://schemas.openxmlformats.org/drawingml/2006/main">
            <a:r>
              <a:t>Explique que a aula fala sobre caráter, não apenas sobre ganhar.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Leia o versículo inteiro.</a:t>
            </a:r>
          </a:p>
          <a:p xmlns:a="http://schemas.openxmlformats.org/drawingml/2006/main">
            <a:r>
              <a:t>Repita em três partes: quem permanece, deve andar, como Jesus andou.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exemplos simples: não empurrar, falar a verdade, pedir desculpas.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com situações do cotidiano: escola, casa, brincadeiras e igreja.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caráter como aquilo que somos e escolhemos fazer diante de Deus.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Jesus é o padrão do nosso comportamento, não a comparação com os outros.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Leia Gálatas 5:22-23 como apoio se houver tempo.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envergonhar crianças. Aponte para arrependimento e ajuda de Jesus.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com a aula anterior: treino espiritual aparece em escolhas práticas.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os exemplos do roteiro: verdade, zombaria, pedir desculpas, trapaça, ajudar alguém.</a:t>
            </a:r>
          </a:p>
          <a:p xmlns:a="http://schemas.openxmlformats.org/drawingml/2006/main">
            <a:r>
              <a:t>As crianças podem levantar mãos se não houver cartões físicos.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revisão em ritmo rápido, deixando as crianças responderem em voz alta.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as crianças para uma oração curta e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5b27678a3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0e577dc104f7f" /><Relationship Type="http://schemas.openxmlformats.org/officeDocument/2006/relationships/slideLayout" Target="/ppt/slideLayouts/slideLayout1.xml" Id="R19a63f57479d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63f57479d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12ea6c087443f" /><Relationship Type="http://schemas.openxmlformats.org/officeDocument/2006/relationships/image" Target="/ppt/media/image.png" Id="Rabe5dcf8a45740cb" /><Relationship Type="http://schemas.openxmlformats.org/officeDocument/2006/relationships/image" Target="/ppt/media/image2.png" Id="Re4e169a4c783457c" /><Relationship Type="http://schemas.openxmlformats.org/officeDocument/2006/relationships/notesSlide" Target="/ppt/notesSlides/notesSlide1.xml" Id="Rf01e2cc93dd740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e5e5840c446f" /><Relationship Type="http://schemas.openxmlformats.org/officeDocument/2006/relationships/notesSlide" Target="/ppt/notesSlides/notesSlide2.xml" Id="R2849a8a0cc2c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70dbf2bfd47c1" /><Relationship Type="http://schemas.openxmlformats.org/officeDocument/2006/relationships/image" Target="/ppt/media/image3.png" Id="R9b2521224e084aae" /><Relationship Type="http://schemas.openxmlformats.org/officeDocument/2006/relationships/notesSlide" Target="/ppt/notesSlides/notesSlide3.xml" Id="Rb2278eaf737247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6e5efb924318" /><Relationship Type="http://schemas.openxmlformats.org/officeDocument/2006/relationships/image" Target="/ppt/media/image4.png" Id="Rd0bc53c56c78451a" /><Relationship Type="http://schemas.openxmlformats.org/officeDocument/2006/relationships/notesSlide" Target="/ppt/notesSlides/notesSlide4.xml" Id="R2ecf84b8c43e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545234ee4708" /><Relationship Type="http://schemas.openxmlformats.org/officeDocument/2006/relationships/notesSlide" Target="/ppt/notesSlides/notesSlide5.xml" Id="R7130d87fb55845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28a3582d144bb" /><Relationship Type="http://schemas.openxmlformats.org/officeDocument/2006/relationships/image" Target="/ppt/media/image5.png" Id="Re99a359b0abf4000" /><Relationship Type="http://schemas.openxmlformats.org/officeDocument/2006/relationships/notesSlide" Target="/ppt/notesSlides/notesSlide6.xml" Id="R859be517171f42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8964bcefc4747" /><Relationship Type="http://schemas.openxmlformats.org/officeDocument/2006/relationships/notesSlide" Target="/ppt/notesSlides/notesSlide7.xml" Id="R082f97db1832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35ac67ea4fab" /><Relationship Type="http://schemas.openxmlformats.org/officeDocument/2006/relationships/notesSlide" Target="/ppt/notesSlides/notesSlide8.xml" Id="R53a64d4fc8ee42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61fb258a94e4d" /><Relationship Type="http://schemas.openxmlformats.org/officeDocument/2006/relationships/image" Target="/ppt/media/image6.png" Id="Ra3791e89fc5a4e4b" /><Relationship Type="http://schemas.openxmlformats.org/officeDocument/2006/relationships/notesSlide" Target="/ppt/notesSlides/notesSlide9.xml" Id="R0eb221b5d6a649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f71087bca4127" /><Relationship Type="http://schemas.openxmlformats.org/officeDocument/2006/relationships/notesSlide" Target="/ppt/notesSlides/notesSlide10.xml" Id="Rf60213d351a848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464fa866b4ccf" /><Relationship Type="http://schemas.openxmlformats.org/officeDocument/2006/relationships/notesSlide" Target="/ppt/notesSlides/notesSlide11.xml" Id="R5682a897c379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ea43f86945c7" /><Relationship Type="http://schemas.openxmlformats.org/officeDocument/2006/relationships/image" Target="/ppt/media/image7.png" Id="R50ad4de0d7594424" /><Relationship Type="http://schemas.openxmlformats.org/officeDocument/2006/relationships/notesSlide" Target="/ppt/notesSlides/notesSlide12.xml" Id="R2d9bf46166a9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9ED83-0F84-477F-AC87-8A0CADC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20A11-822B-48EE-A0DB-8982E3B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6A757-1549-4AFB-BE7C-810A068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E7F2A-2466-43C5-AF41-F4D09FA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0082-F503-4839-B872-3E064B24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7FF42-3048-4F0A-BFFE-00D7D40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AA371-D974-4167-8611-498C159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FA7DD-56D6-41F1-A818-B3A8A24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0B0A1-B670-4F4E-B75B-6643902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00154-ABF6-4E6E-AC1A-D53E7AC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10E5F-7A7E-41DF-811C-04F1789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F5400-DC03-46E5-91B0-34F27DF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D2AC-88B2-4904-A176-CE4FB9D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D71F8-D1D6-4685-8F2E-5BB0E15F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JOGADA DO MESTRE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3866-7A22-4FFA-B725-5411EDAE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29/06/2026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A9835-7013-4948-BD76-AABA60F4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JOGANDO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0B88-5D6B-48E6-A2EF-4CF51860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286500" cy="8382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1DFF8-1ABB-49C1-9D81-2C6A0A5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82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Caráter vale mais que troféu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E1BD1-DCA5-49C6-ADD1-6625BE17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Base: 1 João 2:6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B02D1-AE06-49F4-8E98-C8A6501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7477125" y="1104900"/>
            <a:ext cx="1447800" cy="2209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B8D6F-DFFC-4018-A25F-375EC583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">
            <a:off x="8524875" y="1600200"/>
            <a:ext cx="1447800" cy="2209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5dcf8a45740cb"/>
          <a:stretch xmlns:a="http://schemas.openxmlformats.org/drawingml/2006/main"/>
        </p:blipFill>
        <p:spPr>
          <a:xfrm xmlns:a="http://schemas.openxmlformats.org/drawingml/2006/main">
            <a:off x="8667750" y="3135793"/>
            <a:ext cx="2381250" cy="2929564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169a4c783457c"/>
          <a:stretch xmlns:a="http://schemas.openxmlformats.org/drawingml/2006/main"/>
        </p:blipFill>
        <p:spPr>
          <a:xfrm xmlns:a="http://schemas.openxmlformats.org/drawingml/2006/main">
            <a:off x="7067550" y="45243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04E2A-0E85-48A3-8349-97DE038C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724174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0000C-008D-4EB1-AFB0-7461AA1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DA34-10E0-4A6E-886F-6E09128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26CE-3394-42FC-A8AA-FB3485A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9E9F1-0628-4BA7-AE8F-62ED8009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2DF2F-47D1-409B-8C0A-566637AB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7DB0B-B31E-4102-B716-F9BD740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ED9D5-2131-410B-B526-1F7A434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0B78-344D-4683-8B5C-005657E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90601-9AEA-420E-B612-469AE2AA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96A1-B215-4814-8286-F62E322E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32B39-7CBB-4CFF-BA74-E8F840EB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9766-0B4E-44C6-87C0-BE1B5A2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28B42-7821-4BB7-B94B-EFF6785B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Versículo-base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A5F7E-3C75-463B-916D-C03226D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repetir juntos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8AC27-406B-44CF-AE13-72910788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75360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F91AE-E8EB-4298-AE11-274DFF0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76450"/>
            <a:ext cx="8991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“Quem diz que permanece nele,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esse deve também andar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assim como ele andou.”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639EF-B052-4BA9-B463-9B902841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4330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João 2:6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0232C-E748-47C9-BD75-5F9CCAB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71628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35B2E-E676-47F0-A32B-C72B216B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Andar com Jesus é viver como Jesus ensinou.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11B4C-AF05-47C2-BFD7-C449BD1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712841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82D05B-5AE7-41EF-900B-2954CF2B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B9C4-C640-4940-8D3E-E0133993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8D982-6BA7-4F8B-BF13-95F90F1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51FD4-6BFE-46DA-8497-E2DF137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BF67E-3408-4D35-9DAC-4229D82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E5FCE-3CD4-4E8A-8054-EEBC1393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BAAEA-EDA9-4437-8F8F-4484553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D91C-D6F7-4AFE-BE70-A2D6EDDF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A5A0F-35AE-4EC3-BD7A-9E9106AB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55332-9307-4214-AD7C-B6176F8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9CBB0-83CF-4FF6-92D4-12E4CE6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A410F-2159-4507-80C8-C4596AEF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02042-1C1E-4A19-BD57-23F90281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 jogar limpo?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CDEF9-4B48-4C24-94FD-4E16C47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7053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BAA29-7C40-433B-9A1A-85C131C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ECAB1-86CF-4061-BD86-928F340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7C4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C4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689F1-70CC-4585-A3AF-65A54962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0025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jogo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2C68B-F2C8-4FFA-B416-202A316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4171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Respeitar as regras e tratar o outro com respeito.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F66CC-727F-4271-9AEB-19148B70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7053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AC30A-79B2-408E-B7D4-16F8B10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49EF9-900A-4617-BF8D-45F8874C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5FA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FAF"/>
                </a:solidFill>
                <a:latin typeface="Arial"/>
                <a:ea typeface="Arial"/>
                <a:cs typeface="Arial"/>
              </a:rPr>
              <a:t>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74462-16BC-47EF-8D01-DAA5AC7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vida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8667F-EBC4-4EF7-A603-0B149BFE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4171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Fazer o certo mesmo quando ninguém está olhando.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78A64-FE0F-4C4E-91CD-4BE9CE3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9650"/>
            <a:ext cx="86106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9E314-5EC8-476A-AC39-CCB1851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Pergunta: que atitude mostra que alguém está jogando limpo?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521224e084aae"/>
          <a:stretch xmlns:a="http://schemas.openxmlformats.org/drawingml/2006/main"/>
        </p:blipFill>
        <p:spPr>
          <a:xfrm xmlns:a="http://schemas.openxmlformats.org/drawingml/2006/main">
            <a:off x="5467350" y="34099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C3323-0278-45E7-8B4E-0FA294C2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469974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7D52E-4A79-43A9-A3B3-73ED522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FDCFA-2F56-4C26-A158-A0CA2F8F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3C6A1-F7DA-4FCC-80FA-6F55AB0C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B6311-9E7F-47B2-9D70-ED76E92D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1B97C-0FC5-4E6E-945C-73C55BB2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30B09-DBFB-4C50-AED1-7E97F1D1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28629-7CE8-44C1-BD04-62AFE679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7745E-E786-47C0-B741-515BBA39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59EFF-D573-442D-A188-A531A358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1CFB0-B101-4D70-AB0E-34255D5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BB8F8-885C-4E40-8D23-1A0F007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8CAA7-F18C-4414-BE4F-C65009E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C2F18-926A-497A-AF40-077C858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Nem toda vitória agrada a Deus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4AAEC-E3BA-4929-8076-DCAF8C39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123950" y="1733550"/>
            <a:ext cx="1714500" cy="25717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BBE4-9C38-4DA6-8BD3-8FFE4981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E8362-2120-407D-8CF3-BDAF8AEF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Mentira, briga, inveja, zombaria e trapaça machucam o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1DD9C-D591-437E-901B-93A3BCBB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64008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57FA8-D9F3-429D-8E41-43066AA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579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Ganhar fazendo o errado não é vitória de verdade.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c53c56c78451a"/>
          <a:stretch xmlns:a="http://schemas.openxmlformats.org/drawingml/2006/main"/>
        </p:blipFill>
        <p:spPr>
          <a:xfrm xmlns:a="http://schemas.openxmlformats.org/drawingml/2006/main">
            <a:off x="9429750" y="43434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2CA26-FC4E-425D-8DFE-11FCDCF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676631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18D88-92BD-44FA-9CA8-E7D1038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3804D-6CBE-44B4-9B92-C238D09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E8915-A532-45F5-80A5-A0878A7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81B1F-FD54-4948-852E-14EA727F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84D28-09CC-4314-A5DA-B9E9578B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15CD8-62AE-48DB-B336-E4542C1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21390-FB7D-44D5-A7F0-A137041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753C3-4AAB-44EB-90B7-041C320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8E32B-6AE5-4887-9190-7FC2099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3975-5877-48E3-BDD7-B98AC572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59637-0E92-4EAD-83A6-0BC110A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D7518-09F9-4555-913C-CD944D36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580D0-5BAD-457F-A7D0-888D524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 olha para o coração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DDA4C-92B6-4FA7-9CE0-26DA170B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 não procura estrelas para o seu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78C5-1955-4ADD-A8A6-F0898841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7239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E778F-D0E9-4144-B582-A57F2406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662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 procura filhos parecidos com Jesus.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9243C-4A4D-4644-A31D-3395AF22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1809750" cy="169545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63341-4CEC-44F3-B5D5-A316797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caráter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22958-E00B-4889-B9E6-F94959B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902970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1A2E8-7C61-489F-96AB-F3BDEFA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33950"/>
            <a:ext cx="842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Caráter vale mais que troféu.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0B6AF-5B6D-4FFC-AB57-6A890094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815153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9A8EF-7E82-48F4-9952-B02F7B6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9FCA5-A9CB-42D2-9BE3-2A13BE3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B7F01-920A-4078-90CB-B18DA016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BF96-35E6-4774-BCEF-551E580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DE509-FC7D-4D2A-87AE-12769C31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20F8-5561-40AE-9BE8-4DD546A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757C2-E6F5-4AE7-AC22-1C35B112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86795-E3EF-40CC-B9F0-241AB30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8F3F5-E2A8-402D-840A-A046B8F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DDFAF-0F34-46C7-A1B4-FC8D23F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643FA-E2B4-4051-AFCC-84A43EC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9D381-AA3E-4587-A413-070582A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CEBC9-FC2C-48A7-841F-2F5B3022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Jesus é o nosso modelo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0E423-F6AE-4984-ADA2-EF495DA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6115050" cy="1581150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83021-57A9-4755-8D7A-A7E474C5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542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Andar como Jesus é tratar as pessoas com amor, verdade e humildade.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8C4C-9DA4-46AA-8CD5-32B220F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714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6B085-7679-4CCD-836A-8A19588E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E3C95-B3A8-409F-B9CD-1873FE9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2095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454F8-330A-47BC-9E38-30F4D4FA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VERDADE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FBFA1-7D94-422F-9B60-F5C699CE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62400"/>
            <a:ext cx="247650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551CA-EA38-4CA3-8667-6307214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HUMILDADE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73508-76AD-4999-BCE6-7011CED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6172200" cy="6096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48C73-6D52-4EC0-A97C-8B2B13B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57800"/>
            <a:ext cx="579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Pergunta: como Jesus tratava as pessoas?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a359b0abf4000"/>
          <a:stretch xmlns:a="http://schemas.openxmlformats.org/drawingml/2006/main"/>
        </p:blipFill>
        <p:spPr>
          <a:xfrm xmlns:a="http://schemas.openxmlformats.org/drawingml/2006/main">
            <a:off x="8334375" y="2063854"/>
            <a:ext cx="2343150" cy="2882691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2B70DA-8944-44B3-8CB1-483207E1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657283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ABD0B-EE10-4367-B21D-E1AB74A4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56120-B61A-414D-9600-18DE6E7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291B-5D9B-4591-8CC3-B62AD8E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D6AFB-B93C-4B00-8196-2CF25BE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4D2EF-349F-4179-A7C5-974E8AA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075F6-5539-47E4-96F3-683E9BA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5ADEC-665A-4FC1-979F-A181CEFA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27DCD-CFD0-4C9A-B22A-33E1A2B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993CE-D39D-4D60-89B4-E530FAD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34D1F-946D-4EED-9937-E38901A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ACF35-08F9-4014-91B5-79E962B8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188CE-8FC5-436C-B189-BDDBC4C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DE47-9DE8-495D-B1D3-543CE879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Fruto do Espírito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3D699-99B6-46F6-8BD0-E24FD87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Cartão verde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E85E5-FDA9-46EF-8E41-A0034D9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838200" y="1752600"/>
            <a:ext cx="1600200" cy="238125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3DBE0-8A12-46B9-9C88-A64E5B8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ADD5-4780-44F6-A96C-E9538B4D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05A39-3F85-45CC-A6CD-70D44742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00A6F-6213-46E6-9C50-83DAEA5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81077-6548-4829-9BE9-98E842E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66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bondade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FF711-AEF6-41A8-BE5A-962B84D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4574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F62E9-DACC-49CF-88EA-CF8C211E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669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domínio próprio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C5217-CA83-4CDE-84F7-809EB026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3B12C-63B5-4CC0-AC8E-BD1E9E12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17AEB-C05D-465D-A543-0CD733D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68D3D-1D5B-4A6F-B29A-75122D87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mansidão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58D6A-EB02-46DF-A72C-7D87E0E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B89C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892C4-B427-4439-9F86-EB29DAA1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fidelidade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EE1F7-BB73-4524-9D78-1A0BE5E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74295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F94BD-42F7-4DAD-A0AE-53D4CF9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292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Essas atitudes mostram que Deus está trabalhando em nós.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F7941-719C-43A2-8408-0A978BD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56234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6D714-1963-4386-B5EE-09FB1E9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4508F-B7C4-46E7-8036-ECD59FD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C2D78-F508-4364-A4E9-A9EEC5BE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CA8B3-D3BE-4127-9EBB-C6B835F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7B85A-C51D-436E-A461-1583CD6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16F00-03F4-4B4E-978E-D29A6A9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BFE09-06EB-449C-AAA5-ED2E432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26860-4F2B-4E12-A943-A613F0C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351C6-5B9A-4646-B4A9-7FD9982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41E5B-3FDC-4CB4-9822-5191CB2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D77B8-242B-4B35-BC10-8B7EEB8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06A9E-DEA3-4D13-82A7-6AB9E81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393BE-D313-4634-A8F9-7C52B4C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Falta espiritual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3983A-BDB4-49A0-9F10-129BF99E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Cartão vermelho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52801-1D3D-445A-A136-512F236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838200" y="1752600"/>
            <a:ext cx="1600200" cy="238125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1FC91-EA91-4761-A3C3-713C185E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EA14D-9AA1-4436-B0F5-CF0C73D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E23F6-9514-4B00-8991-657C2DA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mentira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E0CCD-A504-465A-96E6-EBB5FE0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5D021-10C6-40AD-8005-A7340CA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66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0F1E2-D1F7-4FD5-832B-DF32AFB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6799B-DD34-4875-9152-53D08E87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CA371-B719-4919-84AE-D1518D92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44810-D567-450D-A410-63016ED3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zombaria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BB793-F9F8-4B3C-A240-028A92C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8BA46-3729-4AB2-8736-1C00CB9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orgulho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56F20-BA07-4ED2-8ED4-09C173D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000250" cy="552450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981F1-B791-421F-932E-91F887F5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trapaça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547B0-9F2B-449C-93FD-1B03654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74295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FBF3D-C8E5-4075-B06E-2886A7E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292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Quando erramos, podemos parar, pedir perdão e mudar.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B2B30-8D25-475B-9F34-BF5629E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849586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146227-E6BD-4247-A190-09606D6B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AA809-A5E0-4A1F-BAFB-379428B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8B6FE-5F86-4A91-BA88-0083BD8E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3217D-947E-4E7A-A175-6FE5B8E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63767-C588-4D42-89AD-90CAFA55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3012E-089D-4FEC-B05F-8EA3D019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5AD5A-7456-4392-8A73-EB7241FD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D59C2-0584-44D8-B9F5-AA50CB97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8597E-7766-43C2-A134-134FEE7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6CA5B-B2DD-4C65-ADA8-5DB803C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47C68-6E0D-431E-8EE1-7501FA27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BEF88-6142-41DB-A38D-698B7054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D0EC8-4837-4A25-AB17-454FF8E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Treino do caráter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8B0BF-C2FF-44E0-9945-109686E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499EF-AC53-469B-85AE-86EB9945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falar a verdade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DCF5A-ED44-47A6-8391-486ED6A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526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DC059-DE3B-4497-B53A-387499DE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pedir desculpas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C00CF-94A9-4DC2-8065-ED7C963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A6BA6-ECD9-4CB7-BD4B-8CC613C9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dividir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963F9-828F-4BD3-8EC2-E295492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526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1637A-E8EB-494F-976C-F2821EA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obedecer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CDC1A-75C0-4557-80C5-0ECB94F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9650"/>
            <a:ext cx="8724900" cy="8191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54A5E-383B-49D1-A87B-BDAB46FC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91100"/>
            <a:ext cx="811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Caráter também precisa ser treinado todos os dias.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91e89fc5a4e4b"/>
          <a:stretch xmlns:a="http://schemas.openxmlformats.org/drawingml/2006/main"/>
        </p:blipFill>
        <p:spPr>
          <a:xfrm xmlns:a="http://schemas.openxmlformats.org/drawingml/2006/main">
            <a:off x="5391150" y="3067050"/>
            <a:ext cx="1295400" cy="12954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57954E-D829-4B4D-B9A0-D55CB4AE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898190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AC781-D1CA-4B41-AA70-270DDA7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1DA62-82D7-4B75-8123-4FDD5DA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B851-BBB6-418B-8277-AAF8730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75134-03E9-4903-A017-F7FB15E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18CE9-6B5E-4DCE-83A6-D92FBF7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A2EFB-D287-44D7-A94A-3C58946D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D8440-2A26-4FC1-B6D6-574EF2CB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F1440-D59C-4674-8E98-DBCB245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FC31A-C538-4333-8539-7EBA599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A071-E43E-4F91-834A-630D63A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733D6-9D72-49AB-9421-8DCF255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8DD50-8D89-4760-8B91-F49EE8BB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79B9F-8989-48B9-9B33-36925582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Atividade: cartões do juiz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824EC-4EA8-45D9-A8CF-6C87C8A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295400" y="1866900"/>
            <a:ext cx="2000250" cy="2857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6A5EE-8CDF-4F6B-9EED-615EAEA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1657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24713-765C-4B78-9D04-FF0CE020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8896350" y="1866900"/>
            <a:ext cx="2000250" cy="2857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DCD80-7C5B-4C59-B5F7-E1B5C91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1657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F50D9-2487-42D6-A90F-5C26A030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438150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4E002-4751-4444-9299-FD4A6EC7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3848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professor conta uma atitude.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crianças levantam o cartão correto.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4616F-9010-4BC3-9A97-31AC740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5676900" cy="666750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BB56E-BAF8-443A-8D8A-96BA93CB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24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praticar!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F2923-9CCE-46BA-A47E-EE05C24E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975890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26916-52FF-49C9-848B-BA91BD2B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7CFCC-883A-4F5D-9633-910BE9B2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0C0C7-81CF-42F8-9D60-F91535B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0FA4B-675D-4363-90DD-B4F6F8F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80090-C4BA-47C2-99DF-85AB15C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4E34-394D-4AA2-8536-9B8395DE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C61AD-1AA3-473D-AAB7-C383FE9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B5D24-4742-49A6-801A-5A3A670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B00BC-BEF0-4C84-9D0C-885F2C1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53299-EA09-47EC-AE7A-8CD1D72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032CB-2D76-495F-9FE3-0AF2BD68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7AEF1-4F06-400B-B046-C1EB707C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DE541-8189-45BE-B6EA-D619246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Revisão do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7ABFA-027C-41B2-B3D1-DC6C7BD4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43E5B-F768-4CF6-A90F-F93F96F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12D3F-A706-4CF1-BD80-CA0A14B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4950"/>
            <a:ext cx="81915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D5FD5-559F-44C6-A514-41D55C4A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38300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vale mais que troféu?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6B89C-15A5-4FB9-9B88-92F94553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A81A8-FCEA-4E65-AC49-505DB73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80706-0AA9-499C-92EF-C8DE6AF0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95550"/>
            <a:ext cx="81915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B8BA6-87D1-46CD-89ED-4576B38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Quem é o nosso modelo?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A70D8-63B8-41CD-9465-F3625E1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B2D20-0EA1-46EF-A246-EBE6C41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55976-0730-4DDC-871A-4F8EFD00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86150"/>
            <a:ext cx="81915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5FA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AB0D4-DC29-4242-BE28-B014366C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19500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cartão mostra fruto do Espírito?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039B0-E809-4A97-BB55-9F97D70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71514-ECE2-4944-8CE1-F526566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34C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34C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08FD0-B508-4AC2-9160-8B67CB0B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76750"/>
            <a:ext cx="81915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E500E-5E65-4320-8C14-0588F01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0100"/>
            <a:ext cx="769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atitude vou treinar esta semana?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CF8DB-1789-49A9-9759-18F77DB1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3251598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7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AE649-64CD-4966-A5AB-05CE574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23875" y="-428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67019-2F13-422E-9EB2-B91A37EA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3FF68-A755-4E87-B04A-A632E49F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-342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79F40-EA16-489E-AB65-4E86F59C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400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0EB2C-7230-403A-8CB8-D28CD11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52A14-A0F2-4FFB-A7DB-1EE37422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18E35-B9B8-4806-8FA9-E6864EC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6191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65569-271B-4B22-BE4B-4CBB4628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4847D-AE64-49B7-87B2-5D7CF96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0C704-8194-4F0B-98A3-E29CB69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19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6FFCD-19DC-4100-AD63-F35190F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EBBBB-5256-4231-A5D4-E82A7C9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00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3688C-36C7-4D98-BDF6-2FC8713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Desafio da semana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C0A23-AC5E-4700-938D-2BDB33DA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676275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7C46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1B1BB-BDAA-44C8-803B-FEE430C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611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Nesta semana,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jogue limpo como Jesus.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045D9-8366-449F-B66D-B8D7A60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uma atitude do fruto do Espírito para praticar.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4178C-8410-4CEC-8FD6-1006103E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5943600" cy="6096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34C8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D7050-B7A8-496C-AD43-908F64C9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Oração: Jesus, ajuda-nos a andar como o Senhor andou.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d4de0d7594424"/>
          <a:stretch xmlns:a="http://schemas.openxmlformats.org/drawingml/2006/main"/>
        </p:blipFill>
        <p:spPr>
          <a:xfrm xmlns:a="http://schemas.openxmlformats.org/drawingml/2006/main">
            <a:off x="8286750" y="2019927"/>
            <a:ext cx="2476500" cy="3046747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E2DBC-89C2-4C09-BF4F-EBD1F3E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273024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2026-06-17T02:10:32.1370000Z</dcterms:created>
  <dcterms:modified xsi:type="dcterms:W3CDTF">2026-06-17T02:10:32.1370000Z</dcterms:modified>
</coreProperties>
</file>