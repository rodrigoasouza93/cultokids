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10c96083ac4c4a" /><Relationship Type="http://schemas.openxmlformats.org/officeDocument/2006/relationships/extended-properties" Target="/docProps/app.xml" Id="Reabf7f081d9e42ac" /><Relationship Type="http://schemas.openxmlformats.org/officeDocument/2006/relationships/officeDocument" Target="/ppt/presentation.xml" Id="R6d3164ecc69547b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bc6c7e2aaf248db"/>
  </p:sldMasterIdLst>
  <p:notesMasterIdLst>
    <p:notesMasterId xmlns:r="http://schemas.openxmlformats.org/officeDocument/2006/relationships" r:id="Rb52b841eb51647b8"/>
  </p:notesMasterIdLst>
  <p:sldIdLst>
    <p:sldId xmlns:r="http://schemas.openxmlformats.org/officeDocument/2006/relationships" id="256" r:id="Raba87e51b9dc4a8c"/>
    <p:sldId xmlns:r="http://schemas.openxmlformats.org/officeDocument/2006/relationships" id="257" r:id="Rb17d846855e049a0"/>
    <p:sldId xmlns:r="http://schemas.openxmlformats.org/officeDocument/2006/relationships" id="258" r:id="Rbd139b9ce14f45ce"/>
    <p:sldId xmlns:r="http://schemas.openxmlformats.org/officeDocument/2006/relationships" id="259" r:id="Rb8c4da2dc6ce4fcf"/>
    <p:sldId xmlns:r="http://schemas.openxmlformats.org/officeDocument/2006/relationships" id="260" r:id="Ra2cd6b2557bd4cf6"/>
    <p:sldId xmlns:r="http://schemas.openxmlformats.org/officeDocument/2006/relationships" id="261" r:id="Rf21c57c185ea499b"/>
    <p:sldId xmlns:r="http://schemas.openxmlformats.org/officeDocument/2006/relationships" id="262" r:id="Rde3d6a08b268448d"/>
    <p:sldId xmlns:r="http://schemas.openxmlformats.org/officeDocument/2006/relationships" id="263" r:id="R691dadd147d24e4f"/>
    <p:sldId xmlns:r="http://schemas.openxmlformats.org/officeDocument/2006/relationships" id="264" r:id="Rfd476da85326425a"/>
    <p:sldId xmlns:r="http://schemas.openxmlformats.org/officeDocument/2006/relationships" id="265" r:id="Rb897221b970540f1"/>
    <p:sldId xmlns:r="http://schemas.openxmlformats.org/officeDocument/2006/relationships" id="266" r:id="R89ef0f32a2a54cf3"/>
    <p:sldId xmlns:r="http://schemas.openxmlformats.org/officeDocument/2006/relationships" id="267" r:id="R7383854b19fe41b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9ba6ba5f4804422" /><Relationship Type="http://schemas.openxmlformats.org/officeDocument/2006/relationships/slideMaster" Target="/ppt/slideMasters/slideMaster1.xml" Id="Rabc6c7e2aaf248db" /><Relationship Type="http://schemas.openxmlformats.org/officeDocument/2006/relationships/notesMaster" Target="/ppt/notesMasters/notesMaster1.xml" Id="Rb52b841eb51647b8" /><Relationship Type="http://schemas.openxmlformats.org/officeDocument/2006/relationships/presProps" Target="/ppt/presProps.xml" Id="R9a75aa4798124700" /><Relationship Type="http://schemas.openxmlformats.org/officeDocument/2006/relationships/tableStyles" Target="/ppt/tableStyles.xml" Id="R840d53cafad44b85" /><Relationship Type="http://schemas.openxmlformats.org/officeDocument/2006/relationships/slide" Target="/ppt/slides/slide1.xml" Id="Raba87e51b9dc4a8c" /><Relationship Type="http://schemas.openxmlformats.org/officeDocument/2006/relationships/slide" Target="/ppt/slides/slide2.xml" Id="Rb17d846855e049a0" /><Relationship Type="http://schemas.openxmlformats.org/officeDocument/2006/relationships/slide" Target="/ppt/slides/slide3.xml" Id="Rbd139b9ce14f45ce" /><Relationship Type="http://schemas.openxmlformats.org/officeDocument/2006/relationships/slide" Target="/ppt/slides/slide4.xml" Id="Rb8c4da2dc6ce4fcf" /><Relationship Type="http://schemas.openxmlformats.org/officeDocument/2006/relationships/slide" Target="/ppt/slides/slide5.xml" Id="Ra2cd6b2557bd4cf6" /><Relationship Type="http://schemas.openxmlformats.org/officeDocument/2006/relationships/slide" Target="/ppt/slides/slide6.xml" Id="Rf21c57c185ea499b" /><Relationship Type="http://schemas.openxmlformats.org/officeDocument/2006/relationships/slide" Target="/ppt/slides/slide7.xml" Id="Rde3d6a08b268448d" /><Relationship Type="http://schemas.openxmlformats.org/officeDocument/2006/relationships/slide" Target="/ppt/slides/slide8.xml" Id="R691dadd147d24e4f" /><Relationship Type="http://schemas.openxmlformats.org/officeDocument/2006/relationships/slide" Target="/ppt/slides/slide9.xml" Id="Rfd476da85326425a" /><Relationship Type="http://schemas.openxmlformats.org/officeDocument/2006/relationships/slide" Target="/ppt/slides/slide10.xml" Id="Rb897221b970540f1" /><Relationship Type="http://schemas.openxmlformats.org/officeDocument/2006/relationships/slide" Target="/ppt/slides/slide11.xml" Id="R89ef0f32a2a54cf3" /><Relationship Type="http://schemas.openxmlformats.org/officeDocument/2006/relationships/slide" Target="/ppt/slides/slide12.xml" Id="R7383854b19fe41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ae4384828645e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6253ad25f6e404e" /><Relationship Type="http://schemas.openxmlformats.org/officeDocument/2006/relationships/notesMaster" Target="/ppt/notesMasters/notesMaster1.xml" Id="Rbc1e1bce20164f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e118666f814bae" /><Relationship Type="http://schemas.openxmlformats.org/officeDocument/2006/relationships/notesMaster" Target="/ppt/notesMasters/notesMaster1.xml" Id="Ra32fe559af7e48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01d02190964e09" /><Relationship Type="http://schemas.openxmlformats.org/officeDocument/2006/relationships/notesMaster" Target="/ppt/notesMasters/notesMaster1.xml" Id="Rdccc27adcc064e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b96c5cc8f54e0d" /><Relationship Type="http://schemas.openxmlformats.org/officeDocument/2006/relationships/notesMaster" Target="/ppt/notesMasters/notesMaster1.xml" Id="R3d9e38d7268545f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3d1dc74a3b4b62" /><Relationship Type="http://schemas.openxmlformats.org/officeDocument/2006/relationships/notesMaster" Target="/ppt/notesMasters/notesMaster1.xml" Id="Re3fc9e3a227743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5733167dca4c2e" /><Relationship Type="http://schemas.openxmlformats.org/officeDocument/2006/relationships/notesMaster" Target="/ppt/notesMasters/notesMaster1.xml" Id="Re4a0f23fd13f422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58716f254f74654" /><Relationship Type="http://schemas.openxmlformats.org/officeDocument/2006/relationships/notesMaster" Target="/ppt/notesMasters/notesMaster1.xml" Id="R649227513cc548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47395d82434e16" /><Relationship Type="http://schemas.openxmlformats.org/officeDocument/2006/relationships/notesMaster" Target="/ppt/notesMasters/notesMaster1.xml" Id="R1383b6abd69045a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c05aec349d4808" /><Relationship Type="http://schemas.openxmlformats.org/officeDocument/2006/relationships/notesMaster" Target="/ppt/notesMasters/notesMaster1.xml" Id="R8da2e370093048e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371d3f36a946b2" /><Relationship Type="http://schemas.openxmlformats.org/officeDocument/2006/relationships/notesMaster" Target="/ppt/notesMasters/notesMaster1.xml" Id="R7cf99af6955748a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ea78ea2b7a94256" /><Relationship Type="http://schemas.openxmlformats.org/officeDocument/2006/relationships/notesMaster" Target="/ppt/notesMasters/notesMaster1.xml" Id="R8b553906e7054f1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aa4c9005ef34352" /><Relationship Type="http://schemas.openxmlformats.org/officeDocument/2006/relationships/notesMaster" Target="/ppt/notesMasters/notesMaster1.xml" Id="Ra0584f4410924e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Abra perguntando: o que significa jogar limpo?</a:t>
            </a:r>
          </a:p>
          <a:p xmlns:a="http://schemas.openxmlformats.org/drawingml/2006/main">
            <a:r>
              <a:t>Explique que a aula fala sobre caráter, não apenas sobre ganhar.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Leia o versículo inteiro.</a:t>
            </a:r>
          </a:p>
          <a:p xmlns:a="http://schemas.openxmlformats.org/drawingml/2006/main">
            <a:r>
              <a:t>Repita em três partes: quem permanece, deve andar, como Jesus andou.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Peça exemplos simples: não empurrar, falar a verdade, pedir desculpas.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Conecte com situações do cotidiano: escola, casa, brincadeiras e igreja.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caráter como aquilo que somos e escolhemos fazer diante de Deus.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Mostre que Jesus é o padrão do nosso comportamento, não a comparação com os outros.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Leia Gálatas 5:22-23 como apoio se houver tempo.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Evite envergonhar crianças. Aponte para arrependimento e ajuda de Jesus.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Conecte com a aula anterior: treino espiritual aparece em escolhas práticas.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os exemplos do roteiro: verdade, zombaria, pedir desculpas, trapaça, ajudar alguém.</a:t>
            </a:r>
          </a:p>
          <a:p xmlns:a="http://schemas.openxmlformats.org/drawingml/2006/main">
            <a:r>
              <a:t>As crianças podem levantar mãos se não houver cartões físicos.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Faça a revisão em ritmo rápido, deixando as crianças responderem em voz alta.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Convide as crianças para uma oração curta e concreta.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cf4d4a9cae44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ee14aa930c42e7" /><Relationship Type="http://schemas.openxmlformats.org/officeDocument/2006/relationships/slideLayout" Target="/ppt/slideLayouts/slideLayout1.xml" Id="Ra413d4782b624d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13d4782b624d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ed9d68f2f94d09" /><Relationship Type="http://schemas.openxmlformats.org/officeDocument/2006/relationships/image" Target="/ppt/media/image.png" Id="R9891c62e81794cb5" /><Relationship Type="http://schemas.openxmlformats.org/officeDocument/2006/relationships/image" Target="/ppt/media/image2.png" Id="Rd0560036bbfe4181" /><Relationship Type="http://schemas.openxmlformats.org/officeDocument/2006/relationships/notesSlide" Target="/ppt/notesSlides/notesSlide1.xml" Id="R61261c5168d942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7b3f2edf7b4dcd" /><Relationship Type="http://schemas.openxmlformats.org/officeDocument/2006/relationships/notesSlide" Target="/ppt/notesSlides/notesSlide2.xml" Id="R6b32983970354f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5982aa0ce3426f" /><Relationship Type="http://schemas.openxmlformats.org/officeDocument/2006/relationships/image" Target="/ppt/media/image3.png" Id="R65b2d6b5a3644098" /><Relationship Type="http://schemas.openxmlformats.org/officeDocument/2006/relationships/notesSlide" Target="/ppt/notesSlides/notesSlide3.xml" Id="Rec78173b5c9e4a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f802a4d89e4603" /><Relationship Type="http://schemas.openxmlformats.org/officeDocument/2006/relationships/image" Target="/ppt/media/image4.png" Id="R90f0c4c86f9b49dd" /><Relationship Type="http://schemas.openxmlformats.org/officeDocument/2006/relationships/notesSlide" Target="/ppt/notesSlides/notesSlide4.xml" Id="Rbbfb30d0ac6c4e2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d8f70f22e845ee" /><Relationship Type="http://schemas.openxmlformats.org/officeDocument/2006/relationships/notesSlide" Target="/ppt/notesSlides/notesSlide5.xml" Id="R720df7679d00462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ece41abd6945a2" /><Relationship Type="http://schemas.openxmlformats.org/officeDocument/2006/relationships/image" Target="/ppt/media/image5.png" Id="R150ccc0ea7e34a6f" /><Relationship Type="http://schemas.openxmlformats.org/officeDocument/2006/relationships/notesSlide" Target="/ppt/notesSlides/notesSlide6.xml" Id="R533a9e1c85b24b8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85d70c252d429b" /><Relationship Type="http://schemas.openxmlformats.org/officeDocument/2006/relationships/notesSlide" Target="/ppt/notesSlides/notesSlide7.xml" Id="R0c83f52f757d48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a9364e4ce1440a" /><Relationship Type="http://schemas.openxmlformats.org/officeDocument/2006/relationships/notesSlide" Target="/ppt/notesSlides/notesSlide8.xml" Id="Rb06f9b0c9c394fa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eed0d6174c4ef8" /><Relationship Type="http://schemas.openxmlformats.org/officeDocument/2006/relationships/image" Target="/ppt/media/image6.png" Id="R089545a07e92472a" /><Relationship Type="http://schemas.openxmlformats.org/officeDocument/2006/relationships/notesSlide" Target="/ppt/notesSlides/notesSlide9.xml" Id="R46e6967ebff049f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837059c2ce4b60" /><Relationship Type="http://schemas.openxmlformats.org/officeDocument/2006/relationships/notesSlide" Target="/ppt/notesSlides/notesSlide10.xml" Id="R200d4413f5d7432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5253c41982483d" /><Relationship Type="http://schemas.openxmlformats.org/officeDocument/2006/relationships/notesSlide" Target="/ppt/notesSlides/notesSlide11.xml" Id="Red795a7852764d4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77032a4ad44278" /><Relationship Type="http://schemas.openxmlformats.org/officeDocument/2006/relationships/image" Target="/ppt/media/image7.png" Id="R675bd4404c244a20" /><Relationship Type="http://schemas.openxmlformats.org/officeDocument/2006/relationships/notesSlide" Target="/ppt/notesSlides/notesSlide12.xml" Id="R5bf14fc3233e48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78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380414-DD84-498C-A76C-464269F2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23875" y="-428625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29791C-B08E-49D9-8792-48700C7E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76607E-AA33-43CE-9054-771DB5AC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-3429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2870B2-FE6B-4280-9FD8-D6909CCD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-4000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F45EC1-6789-4736-BD11-B46E347C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810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ECB8D4-BA6A-436B-AFAE-2BD9D5C3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14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C48688-297F-4E98-A66C-F929B671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57200" y="61912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52251D-E072-461B-B248-E5C79BA4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4008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0FB249-0997-4C94-9C0F-1931DFC2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61531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AD148E-0CA3-4DC7-ACA8-0856B99E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6191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1E9DFF-C1AD-4449-8047-9801385F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C24DDF-5B1D-4598-BC92-0527B5C07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60007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DB78ED-086D-44A8-81CD-E5C665F8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E78D0C-85D7-4B6D-A74B-177A48ECB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1500"/>
            <a:ext cx="461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UMA JOGADA DO MESTRE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A479CC-B83D-4B84-9E7F-DB9C2D0C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29/06/2026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4EC8AF-E8AB-4CB6-A8B4-5F620490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6191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JOGANDO</a:t>
            </a:r>
          </a:p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LIMPO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9F867E-9CDE-4FC0-B788-94FD42A9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6286500" cy="8382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BDC6E5-B676-423E-A2AF-1EE729B8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5829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Caráter vale mais que troféu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626187-804E-47A2-AC77-E309348A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768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Base: 1 João 2:6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BC5B03-3A24-43E1-93CF-49F52315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">
            <a:off x="7477125" y="1104900"/>
            <a:ext cx="1447800" cy="2209800"/>
          </a:xfrm>
          <a:prstGeom xmlns:a="http://schemas.openxmlformats.org/drawingml/2006/main" prst="roundRect">
            <a:avLst>
              <a:gd name="adj" fmla="val 11842"/>
            </a:avLst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A0DE89-B0AC-427C-A6F9-1332194A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">
            <a:off x="8524875" y="1600200"/>
            <a:ext cx="1447800" cy="2209800"/>
          </a:xfrm>
          <a:prstGeom xmlns:a="http://schemas.openxmlformats.org/drawingml/2006/main" prst="roundRect">
            <a:avLst>
              <a:gd name="adj" fmla="val 11842"/>
            </a:avLst>
          </a:prstGeom>
          <a:solidFill xmlns:a="http://schemas.openxmlformats.org/drawingml/2006/main">
            <a:srgbClr val="E5393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91c62e81794cb5"/>
          <a:stretch xmlns:a="http://schemas.openxmlformats.org/drawingml/2006/main"/>
        </p:blipFill>
        <p:spPr>
          <a:xfrm xmlns:a="http://schemas.openxmlformats.org/drawingml/2006/main">
            <a:off x="8810625" y="3028950"/>
            <a:ext cx="2095500" cy="3143250"/>
          </a:xfrm>
          <a:prstGeom xmlns:a="http://schemas.openxmlformats.org/drawingml/2006/main" prst="rect">
            <a:avLst/>
          </a:prstGeom>
        </p:spPr>
      </p:pic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560036bbfe4181"/>
          <a:stretch xmlns:a="http://schemas.openxmlformats.org/drawingml/2006/main"/>
        </p:blipFill>
        <p:spPr>
          <a:xfrm xmlns:a="http://schemas.openxmlformats.org/drawingml/2006/main">
            <a:off x="7067550" y="4524375"/>
            <a:ext cx="1143000" cy="114300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2A31E5-923E-4647-AB63-6B6EBC75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62293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1/12</a:t>
            </a:r>
          </a:p>
        </p:txBody>
      </p:sp>
    </p:spTree>
    <p:extLst>
      <p:ext uri="{BB962C8B-B14F-4D97-AF65-F5344CB8AC3E}">
        <p14:creationId xmlns:p14="http://schemas.microsoft.com/office/powerpoint/2010/main" val="2501558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78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59A353-8F04-40D7-AA7A-40A56D4E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23875" y="-428625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734F2-DDF1-4AC7-9187-D6DAFF76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F7A95C-57DF-4E20-A45E-B2B59693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-3429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E9FEC0-0D5C-4E12-A2DD-ED15F7D06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-4000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FE7852-FD94-4659-B8C8-B3715E6A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810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D880F4-9F41-492B-A68D-933AEDC1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14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5E0BC3-5E8D-4E78-8C04-0F81B56A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57200" y="61912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097B0F-B709-4A85-B6C0-845F6B50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4008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8A0C3C-D0C3-4574-A2BC-D20D3E33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61531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6F82C0-F3B5-49CE-8655-BFF4097B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6191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F1D74F-73C7-4525-8E42-800AB20A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E5D02D-2CCD-44F7-B252-DF70C5F0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60007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491C0-2C98-427B-91A1-93EC4FCB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Versículo-base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E53B63-9E16-4EE6-A683-BEA5E791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01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Vamos repetir juntos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1F3385-4BDA-4FCE-ABF9-32EAC67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90700"/>
            <a:ext cx="9753600" cy="24574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AB80CF-C4F4-48DD-8527-DA252E307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076450"/>
            <a:ext cx="89916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“Quem diz que permanece nele,</a:t>
            </a:r>
          </a:p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esse deve também andar</a:t>
            </a:r>
          </a:p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assim como ele andou.”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3A5DE7-BD70-4859-9ABF-E51F8E2E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543300"/>
            <a:ext cx="899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 João 2:6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C4601D-A3A3-48FE-A3A4-E50FE246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38700"/>
            <a:ext cx="7162800" cy="8001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48E883-9317-45F0-BA15-AA7F1482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10150"/>
            <a:ext cx="662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Andar com Jesus é viver como Jesus ensinou.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63EA40-975C-4C8F-AF7D-0304E0C9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62293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2/12</a:t>
            </a:r>
          </a:p>
        </p:txBody>
      </p:sp>
    </p:spTree>
    <p:extLst>
      <p:ext uri="{BB962C8B-B14F-4D97-AF65-F5344CB8AC3E}">
        <p14:creationId xmlns:p14="http://schemas.microsoft.com/office/powerpoint/2010/main" val="9759891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78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63BB0B-29AB-4B80-82E8-94572CE2B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23875" y="-428625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FD3ACB-D1B7-4D39-B060-AC9A783B1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E6B17-0D99-41B0-8CC6-A17A6B5A6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-3429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615F34-C342-455A-B1B4-868C3A8E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-4000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D2C501-903D-4DEF-B46A-0ED44A74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810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F1199A-0DA6-4A04-BB1F-5E37D4CBF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14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62FC70-9FEC-448F-86D8-F33D6399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57200" y="61912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DC157B-0ADE-4559-B228-2E8968CE1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4008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8A0AF9-50E7-43E3-BF0D-CD3E390E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61531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F93439-1B6F-4D11-B63C-0E710858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6191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28214A-B1DD-4CB1-ADED-69AE7CAD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1CF6D1-CBDF-4B17-B6B5-0F882D91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60007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C6F796-8368-4938-A9C5-9F13F7BC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 que é jogar limpo?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92EB2B-32E8-4E98-B556-18CB5749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470535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7AD922-656E-4A00-BF3F-9144CA67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193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188406-9CBB-4606-B23B-E2690DC6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76450"/>
            <a:ext cx="609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7C46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7C468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FA0478-2959-4D18-889B-BA7B0346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000250"/>
            <a:ext cx="3371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 jogo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1AE70A-00CD-4251-ABB1-9D7BDB04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90800"/>
            <a:ext cx="41719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Respeitar as regras e tratar o outro com respeito.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5D21EA-EC9F-4106-8E14-AAA6E7905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52600"/>
            <a:ext cx="470535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005FA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0A0E47-A298-4CDB-B089-08199EF2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0193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2560CF-92B5-497C-8B8F-A7E5E77D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76450"/>
            <a:ext cx="609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05FA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5FAF"/>
                </a:solidFill>
                <a:latin typeface="Arial"/>
                <a:ea typeface="Arial"/>
                <a:cs typeface="Arial"/>
              </a:rPr>
              <a:t>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07B93A-0C1B-475C-9474-1F07C8ED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000250"/>
            <a:ext cx="3371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Na vida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3C7737-74CF-48A3-86A7-811CA148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590800"/>
            <a:ext cx="41719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Fazer o certo mesmo quando ninguém está olhando.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7BE51C-A494-486A-B236-FCC27791D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19650"/>
            <a:ext cx="8610600" cy="8001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279977-F020-4FCB-B31D-1AC0C421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72050"/>
            <a:ext cx="800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Pergunta: que atitude mostra que alguém está jogando limpo?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b2d6b5a3644098"/>
          <a:stretch xmlns:a="http://schemas.openxmlformats.org/drawingml/2006/main"/>
        </p:blipFill>
        <p:spPr>
          <a:xfrm xmlns:a="http://schemas.openxmlformats.org/drawingml/2006/main">
            <a:off x="5467350" y="3409950"/>
            <a:ext cx="1257300" cy="1257300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C7547D-B2A1-4798-9BBE-0D9AB8CC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62293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3/12</a:t>
            </a:r>
          </a:p>
        </p:txBody>
      </p:sp>
    </p:spTree>
    <p:extLst>
      <p:ext uri="{BB962C8B-B14F-4D97-AF65-F5344CB8AC3E}">
        <p14:creationId xmlns:p14="http://schemas.microsoft.com/office/powerpoint/2010/main" val="11960289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78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260B7D-104C-4628-AE13-139E30907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23875" y="-428625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EA82CE-8A8B-4962-935E-8DA0C602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C456E8-5ACA-4EBF-BCBD-7241E267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-3429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ED175C-BC95-4121-80B2-D695C2E5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-4000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F76EA-14F5-479B-B733-27AAD77D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810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5EA6D9-1F48-4FA3-B3AA-F446332F5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14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7D8921-C298-48ED-8447-D11B9461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57200" y="61912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983BFA-1DE9-4E3C-9C17-C1A1298AC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4008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CDADFB-5FE7-4383-94B7-92CE0A97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61531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F0F764-F673-4036-B2A2-F0407825C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6191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046DED-2530-404E-9BB6-999D793DB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0D5A0B-2FDA-4BBC-A4FC-9D07BB3B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60007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5CAEA7-4637-44D7-A1F6-DB30B728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Nem toda vitória agrada a Deus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727AC1-DFE5-4F5C-A0E8-D16E34A8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1123950" y="1733550"/>
            <a:ext cx="1714500" cy="25717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5393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60B902-2E5F-48F8-961F-3FC3F4F2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2415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FALTA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51802A-22A7-466D-BC55-6852E035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09750"/>
            <a:ext cx="6096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Mentira, briga, inveja, zombaria e trapaça machucam o time.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4F5D2A-C77D-4B94-B817-16E37FC3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24250"/>
            <a:ext cx="6400800" cy="1123950"/>
          </a:xfrm>
          <a:prstGeom xmlns:a="http://schemas.openxmlformats.org/drawingml/2006/main" prst="roundRect">
            <a:avLst>
              <a:gd name="adj" fmla="val 20339"/>
            </a:avLst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174FA0-DD81-44B4-BC2F-B4A1C6C6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733800"/>
            <a:ext cx="5791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Ganhar fazendo o errado não é vitória de verdade.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f0c4c86f9b49dd"/>
          <a:stretch xmlns:a="http://schemas.openxmlformats.org/drawingml/2006/main"/>
        </p:blipFill>
        <p:spPr>
          <a:xfrm xmlns:a="http://schemas.openxmlformats.org/drawingml/2006/main">
            <a:off x="9429750" y="4343400"/>
            <a:ext cx="1219200" cy="121920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53864D-49D0-4FFE-847C-54FDB012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62293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4/12</a:t>
            </a:r>
          </a:p>
        </p:txBody>
      </p:sp>
    </p:spTree>
    <p:extLst>
      <p:ext uri="{BB962C8B-B14F-4D97-AF65-F5344CB8AC3E}">
        <p14:creationId xmlns:p14="http://schemas.microsoft.com/office/powerpoint/2010/main" val="15466609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78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80CC31-B9C0-46CD-A4B9-EDFBB0AE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23875" y="-428625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B193CA-5AFD-484A-8CCD-ACE3BF3E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B1F12A-2387-4416-8BCC-E29A7BE0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-3429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73F348-CA8F-4BF2-A9F1-4CA0850D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-4000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495794-4B52-4DFD-AEA7-61238CF6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810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119F4B-A93E-4F76-B4C1-1F1EEE78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14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E7B9EA-3A81-45D1-8317-07D3CE77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57200" y="61912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A286B9-9028-4BBF-9A33-DB64ABB47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4008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76D179-4A93-4620-857D-7279EEEA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61531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919950-512B-47B2-ACF3-6216F3DD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6191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9A0E6A-7EB3-44D0-A061-3380424AE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824C41-038F-4356-BBE7-888C662A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60007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41426B-B9A5-433C-973E-1F74A593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Deus olha para o coração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207724-5ADB-4E43-9BE5-BEDE985F2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57350"/>
            <a:ext cx="685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Deus não procura estrelas para o seu time.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F9F0E7-2124-470F-A96F-B558F1AE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7239000" cy="12573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3DB24E-3C62-4F6F-B75A-EA89105A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6629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Deus procura filhos parecidos com Jesus.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8FA78D-EC33-409A-B50D-DEB1C982F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657350"/>
            <a:ext cx="1809750" cy="1695450"/>
          </a:xfrm>
          <a:prstGeom xmlns:a="http://schemas.openxmlformats.org/drawingml/2006/main" prst="hear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059965-2BE1-4DC9-857F-8EF8F798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147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caráter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7BA3FC-5A9C-4BEF-94AA-4D017DB1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81550"/>
            <a:ext cx="9029700" cy="7429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48A14E-2D6B-43C7-8FB3-98FDDB88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33950"/>
            <a:ext cx="842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Caráter vale mais que troféu.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A1FA7E-C9D5-488B-87F6-CB0CE2C6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62293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5/12</a:t>
            </a:r>
          </a:p>
        </p:txBody>
      </p:sp>
    </p:spTree>
    <p:extLst>
      <p:ext uri="{BB962C8B-B14F-4D97-AF65-F5344CB8AC3E}">
        <p14:creationId xmlns:p14="http://schemas.microsoft.com/office/powerpoint/2010/main" val="11301395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78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37896C-0C02-427A-A06F-6668BC2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23875" y="-428625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B1CB47-11E8-43DD-BF3A-BF9B1C19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7EC9A-091E-4609-B8B1-3C6C89D8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-3429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89DCCC-592E-4158-8264-160D76C6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-4000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5A3008-0B30-4B14-B5FD-F90F88F8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810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72F860-4EF8-45F9-86C8-0402465D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14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E0B82E-02C3-4E10-B893-4AF8D81B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57200" y="61912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B3042A-2550-4905-BB00-5203D447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4008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99DFBB-C144-4DF2-A8B1-F1572781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61531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ABD765-27F8-43A1-93AC-52E42965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6191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EDF556-2E7A-4FF8-938E-84D1FD86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BE235B-149D-4EFC-9FC4-CB8AF2A72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60007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5E426F-2C52-458F-9FDD-301A342B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Jesus é o nosso 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DF5026-1F0B-4D9E-A84B-ED7944B0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38300"/>
            <a:ext cx="6115050" cy="1581150"/>
          </a:xfrm>
          <a:prstGeom xmlns:a="http://schemas.openxmlformats.org/drawingml/2006/main" prst="roundRect">
            <a:avLst>
              <a:gd name="adj" fmla="val 14458"/>
            </a:avLst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B8CE5D-ADED-4181-82FF-8C0FB112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66900"/>
            <a:ext cx="5429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Andar como Jesus é tratar as pessoas com amor, verdade e humildade.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A6CEAF-8E84-432D-BF3D-0E51EF8E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17145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3B5349-2970-4D0A-8989-F36202CA3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19550"/>
            <a:ext cx="1562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AMOR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9DE03E-F8C8-4F37-9013-86F00AB2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20955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9128B3-A1FF-49D2-BF5B-C0EEE7B9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019550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034C8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34C8C"/>
                </a:solidFill>
                <a:latin typeface="Arial"/>
                <a:ea typeface="Arial"/>
                <a:cs typeface="Arial"/>
              </a:rPr>
              <a:t>VERDADE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267447-3DD2-4A3D-B046-717AA88E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962400"/>
            <a:ext cx="24765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FB9B57-BCE8-46D9-BD83-4ED7D857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019550"/>
            <a:ext cx="2324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HUMILDADE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8603F8-F8DF-49AE-AB84-21B1293C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62550"/>
            <a:ext cx="6172200" cy="6096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005FA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4819FC-89BF-47BD-903C-90B666803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57800"/>
            <a:ext cx="5791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Pergunta: como Jesus tratava as pessoas?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0ccc0ea7e34a6f"/>
          <a:stretch xmlns:a="http://schemas.openxmlformats.org/drawingml/2006/main"/>
        </p:blipFill>
        <p:spPr>
          <a:xfrm xmlns:a="http://schemas.openxmlformats.org/drawingml/2006/main">
            <a:off x="8362950" y="1790700"/>
            <a:ext cx="2286000" cy="342900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ED3299-D36A-415C-BCDF-01775866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62293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6/12</a:t>
            </a:r>
          </a:p>
        </p:txBody>
      </p:sp>
    </p:spTree>
    <p:extLst>
      <p:ext uri="{BB962C8B-B14F-4D97-AF65-F5344CB8AC3E}">
        <p14:creationId xmlns:p14="http://schemas.microsoft.com/office/powerpoint/2010/main" val="20702652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078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CAADB5-A222-4682-B13C-56ABD9AA8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23875" y="-428625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C17522-1D67-4AFC-9E0C-3032AABC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C35CED-0E93-407A-8CCC-37E4C9B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-3429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3D42A9-836E-4053-BF05-46B6F6EC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-4000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A1392A-BA36-418F-8F20-3C19658C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810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DA807A-0CD4-4F45-A112-D00D79A08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14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7449B9-87AD-43A5-ADF3-BD79D3F3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57200" y="61912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8E331D-9418-4EBD-9990-2A9A9D4B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4008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BE6DB3-294F-420A-B5F0-A8F06E479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61531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89D69F-7CD4-4223-B7DD-EB5D4386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6191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62A997-0616-432D-82E9-30E1728B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92C83F-D358-4336-B049-AEB78075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60007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49DC29-1A00-4871-A2E3-E6CA11AD8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Fruto do Espírito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80CE3D-FAB2-41CA-9DCD-2C53E93BD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01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Cartão verde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455233-2885-43CA-8421-EC931D13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60000">
            <a:off x="838200" y="1752600"/>
            <a:ext cx="1600200" cy="2381250"/>
          </a:xfrm>
          <a:prstGeom xmlns:a="http://schemas.openxmlformats.org/drawingml/2006/main" prst="roundRect">
            <a:avLst>
              <a:gd name="adj" fmla="val 13095"/>
            </a:avLst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3020B8-CF61-4916-9A6A-6835D816C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600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VERDE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A58700-3E2A-4834-8AA2-22B9CEFEC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809750"/>
            <a:ext cx="200025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B33582-9555-4BA8-94B2-876C268D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866900"/>
            <a:ext cx="1847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amor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CF1458-3E94-40CB-A64B-AF351289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09750"/>
            <a:ext cx="200025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076ECF-C436-4939-B3D5-EE3273E9E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866900"/>
            <a:ext cx="1847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034C8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34C8C"/>
                </a:solidFill>
                <a:latin typeface="Arial"/>
                <a:ea typeface="Arial"/>
                <a:cs typeface="Arial"/>
              </a:rPr>
              <a:t>bondade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FE000D-D4A7-41C6-8974-40200856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09750"/>
            <a:ext cx="245745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A61AAE-AFA5-4ED3-BBF2-068C5043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866900"/>
            <a:ext cx="2305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domínio próprio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97CF7A-8469-4BFB-B1E0-D37890D5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05150"/>
            <a:ext cx="200025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40A7DF-6AD8-499D-885F-CEBA55B8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162300"/>
            <a:ext cx="1847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11A772-D32E-4278-AF74-5D43AA15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105150"/>
            <a:ext cx="200025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5C74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D3B188-EF71-4721-B33C-1FBB2EA8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162300"/>
            <a:ext cx="1847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mansidão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CD70EF-7C57-431D-9740-3774CD63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05150"/>
            <a:ext cx="200025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9C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AEA171-FB67-4605-BC49-01FC34C0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1847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fidelidade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80377F-83E1-4A92-B5D0-89D6B753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914900"/>
            <a:ext cx="7429500" cy="72390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005FA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6FBA89-984B-4CE7-A296-68EB2657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02920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Essas atitudes mostram que Deus está trabalhando em nós.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822F80-C40D-44F9-ABF6-171169BF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62293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7/12</a:t>
            </a:r>
          </a:p>
        </p:txBody>
      </p:sp>
    </p:spTree>
    <p:extLst>
      <p:ext uri="{BB962C8B-B14F-4D97-AF65-F5344CB8AC3E}">
        <p14:creationId xmlns:p14="http://schemas.microsoft.com/office/powerpoint/2010/main" val="1739108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078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1F199D-93E8-4EA6-86F1-CFA9A995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23875" y="-428625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DD6016-7D00-445F-BE32-51B3D806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47BEBD-480A-428F-BAF2-D7B03FEB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-3429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534809-D470-484C-8FC5-FF31E863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-4000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AABB74-3C6D-4F64-88CA-0A9667062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810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592936-ADEC-4D95-A62A-940AB96A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14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61421D-D4DB-44EA-A4C7-0A2AB514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57200" y="61912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3704AD-6BBD-4D84-ABD2-CBE28199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4008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79D01-569D-4BD0-8D5C-C224FE61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61531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B817E-ABB9-4A94-8301-CD594CA7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6191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72484E-35EF-4365-81D9-FB7C65C7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3FD75E-44FB-4BFE-BC7C-8EDD3794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60007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DD06A3-3BC8-4095-ABCD-BF5C9A40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Falta espiritual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207DEA-F1F7-40D3-8B0F-B459D483E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001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Cartão vermelho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68B42D-975B-4510-8418-0088616C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60000">
            <a:off x="838200" y="1752600"/>
            <a:ext cx="1600200" cy="2381250"/>
          </a:xfrm>
          <a:prstGeom xmlns:a="http://schemas.openxmlformats.org/drawingml/2006/main" prst="roundRect">
            <a:avLst>
              <a:gd name="adj" fmla="val 13095"/>
            </a:avLst>
          </a:prstGeom>
          <a:solidFill xmlns:a="http://schemas.openxmlformats.org/drawingml/2006/main">
            <a:srgbClr val="E5393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C47E18-3983-413E-868A-C6CAF31E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600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45AE4C-DF90-4D89-A8C8-6CAB835E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809750"/>
            <a:ext cx="20002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393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54F998-D13C-4268-98C0-5D9BF2C5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866900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mentira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2605DE-8747-4079-84C9-D94BFB91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09750"/>
            <a:ext cx="20002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9A02B-DBE1-4B0C-84FE-85C68DE6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866900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briga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93D1EE-78C4-45FA-BE23-D7D4B6C20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09750"/>
            <a:ext cx="20002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5C74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691279-9963-4DCD-B6FB-37F9FBFD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66900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inveja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16D099-F963-4A5D-9A37-028B4808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05150"/>
            <a:ext cx="20002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BCF1F4-E123-4816-A790-24B33FED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162300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zombaria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7B0843-88E6-4B1F-8A15-3555D289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105150"/>
            <a:ext cx="20002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78CAF8-30EC-45AD-AB7B-F580778F7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162300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034C8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34C8C"/>
                </a:solidFill>
                <a:latin typeface="Arial"/>
                <a:ea typeface="Arial"/>
                <a:cs typeface="Arial"/>
              </a:rPr>
              <a:t>orgulho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62D5ED-2C80-4736-9EF7-E516F0B0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05150"/>
            <a:ext cx="20002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393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64514F-EA13-4EEB-88B6-E1E1A78A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1847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trapaça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1BBA07-13BB-4085-A5CC-D6D3E65A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914900"/>
            <a:ext cx="7429500" cy="72390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005FA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7BBCAB-F5AB-4F9B-B759-FE373A72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02920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Quando erramos, podemos parar, pedir perdão e mudar.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D92A51-B023-4E61-AB5C-81FBD459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62293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8/12</a:t>
            </a:r>
          </a:p>
        </p:txBody>
      </p:sp>
    </p:spTree>
    <p:extLst>
      <p:ext uri="{BB962C8B-B14F-4D97-AF65-F5344CB8AC3E}">
        <p14:creationId xmlns:p14="http://schemas.microsoft.com/office/powerpoint/2010/main" val="14158979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078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FC1647-4263-4321-80D2-2B67634B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23875" y="-428625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7DD7E-39C6-47C1-9382-53065EEE5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4EE015-FDC7-4A4A-A151-8B2CE14F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-3429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1431CB-BF05-4354-ADB7-BD85B612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-4000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8B7785-D181-45AF-9FC0-E4AC7E30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810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EB360B-3BC0-434A-9910-23F4F84A4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14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9B741A-6201-4F7B-94CB-F9C58419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57200" y="61912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0BDD2E-BF1F-42D4-9F80-EFD442DF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4008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FF108A-3F22-44A4-80B8-D5676CD0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61531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3E23C2-E651-4437-901E-4AC267E8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6191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8074B4-AEBB-4CB8-AE41-6859860BF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8F1905-47BB-474A-9AEB-63178F7D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60007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65E5FB-AC28-41A3-90AC-22DC9210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Treino do caráter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9AAEB4-C8E3-4C1F-82F1-4C3AB489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8B4A2E-8F2D-496F-A627-98C4F47E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76600"/>
            <a:ext cx="2266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falar a verdade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5F4397-6DB2-44FA-B2F8-86DFF8F7B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526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014E53-E189-4A1D-8700-5FBD9744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76600"/>
            <a:ext cx="2266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pedir desculpas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25EA24-ABB9-40D5-9DFD-FDE0CD874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7526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559DD0-A3AC-48F8-A692-52C76AA5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76600"/>
            <a:ext cx="2266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dividir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D959D0-8A8F-40E4-9B9D-5805E79E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526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5C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354888-2C12-401E-8D3D-D3FE3CB2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76600"/>
            <a:ext cx="2266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obedecer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8C55BF-7927-421D-9C5E-7BC6C518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19650"/>
            <a:ext cx="8724900" cy="819150"/>
          </a:xfrm>
          <a:prstGeom xmlns:a="http://schemas.openxmlformats.org/drawingml/2006/main" prst="roundRect">
            <a:avLst>
              <a:gd name="adj" fmla="val 27907"/>
            </a:avLst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A30486-EF5C-4096-9F90-7A1E39C3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91100"/>
            <a:ext cx="8115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Caráter também precisa ser treinado todos os dias.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9545a07e92472a"/>
          <a:stretch xmlns:a="http://schemas.openxmlformats.org/drawingml/2006/main"/>
        </p:blipFill>
        <p:spPr>
          <a:xfrm xmlns:a="http://schemas.openxmlformats.org/drawingml/2006/main">
            <a:off x="5391150" y="3067050"/>
            <a:ext cx="1295400" cy="129540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69EED0-5A45-46D4-8E05-4E1CBCFB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62293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9/12</a:t>
            </a:r>
          </a:p>
        </p:txBody>
      </p:sp>
    </p:spTree>
    <p:extLst>
      <p:ext uri="{BB962C8B-B14F-4D97-AF65-F5344CB8AC3E}">
        <p14:creationId xmlns:p14="http://schemas.microsoft.com/office/powerpoint/2010/main" val="8245808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078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6D7041-79AF-486E-B835-49F328E4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23875" y="-428625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EC8288-EC93-42A2-B869-A18FA22B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0E4F2E-7976-43AA-A350-46693241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-3429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F5DCE3-3865-428E-84A2-51B6B324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-4000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95D53A-DDA2-4158-9CE0-582F1C42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810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02358F-86AF-4F74-BE1C-7F67A8F2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14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56955F-0C11-4234-8A44-4CAC2162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57200" y="61912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3F9B06-2FED-4517-B4C7-F2519999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4008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70B263-86E5-4163-8F26-61607052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61531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D11488-AC3A-4718-80ED-2DD73046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6191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D0C6C-9CC1-4262-B847-23B76DD4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22E030-6E3F-4D18-9A8F-FAE1C888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60007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68C1DA-478E-40AE-BF4D-4BE5BFA2C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Atividade: cartões do juiz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6DDAEB-9358-489B-AE96-B080AC02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1295400" y="1866900"/>
            <a:ext cx="2000250" cy="2857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2DB982-DD98-49B1-B5A6-CC39B54C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743200"/>
            <a:ext cx="1657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FRUTO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DDCE90-0DCD-4BE9-8A30-4897E11CE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20000">
            <a:off x="8896350" y="1866900"/>
            <a:ext cx="2000250" cy="2857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5393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DD2B70-C9C5-4856-AFF7-8ECD0192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43200"/>
            <a:ext cx="1657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FALTA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BF82C0-97BA-4136-A258-2B85A164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19300"/>
            <a:ext cx="4381500" cy="21336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1AB985-96FD-47B2-8C54-4783A1C2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43150"/>
            <a:ext cx="3848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 professor conta uma atitude.</a:t>
            </a:r>
          </a:p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 crianças levantam o cartão correto.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1F1144-D5D9-4ECE-8902-980EB519B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010150"/>
            <a:ext cx="5676900" cy="666750"/>
          </a:xfrm>
          <a:prstGeom xmlns:a="http://schemas.openxmlformats.org/drawingml/2006/main" prst="roundRect">
            <a:avLst>
              <a:gd name="adj" fmla="val 34286"/>
            </a:avLst>
          </a:prstGeom>
          <a:solidFill xmlns:a="http://schemas.openxmlformats.org/drawingml/2006/main">
            <a:srgbClr val="005FA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D943EC-32B8-4E73-BA5F-8D3B6681A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24450"/>
            <a:ext cx="514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Vamos praticar!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26362C-758C-4B1C-8CB4-A24018F65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62293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</p:spTree>
    <p:extLst>
      <p:ext uri="{BB962C8B-B14F-4D97-AF65-F5344CB8AC3E}">
        <p14:creationId xmlns:p14="http://schemas.microsoft.com/office/powerpoint/2010/main" val="5636727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078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969056-A164-4173-BEF3-FC499CF0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23875" y="-428625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C85F7C-57F7-4F91-AE7F-6634894E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AB482D-C3D8-406B-B9A4-C9F895EE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-3429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48BC2F-03A6-4948-AB82-ECF56995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-4000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FD25A-34D2-4DC5-B85A-F0084D3C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810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A4FB09-D0D6-41E8-81F9-75248439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14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2628A8-E7B5-4294-81AD-C7404485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57200" y="61912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FC8661-59F6-4505-AC86-FDC29111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4008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38A6DB-42DE-4A39-9705-134623EE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61531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1DAE06-3902-4C97-ACAB-B81FE04C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6191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0C506E-A930-4135-B0E2-A040DEDC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0CAD2C-DACE-4717-89E1-920AD87A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60007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AFBCE2-3EC1-4EB3-B7F0-DDACA588A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Revisão do time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454834-1C53-4EFF-83A3-5B8C181A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811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B89D19-2865-493A-BA62-B4B2C451B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5735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112C3A-5985-44D4-BDD0-CFA96801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504950"/>
            <a:ext cx="8191500" cy="762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05FA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F69F4F-BA7F-4E3D-99BB-62BB1D27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638300"/>
            <a:ext cx="769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 que vale mais que troféu?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B11529-C5F6-45F7-88A7-D3D4B790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71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9A1091-E068-4384-A2E8-215595AE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4795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034C8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34C8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029836-C16C-47C7-9FF5-ED1EAAA0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495550"/>
            <a:ext cx="8191500" cy="762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A0F41D-C5F6-4754-A30D-997202B4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769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Quem é o nosso modelo?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434D27-92BA-4F4E-A794-FFAE7D7A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62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54C66A-4940-4320-B939-723DE4D69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3855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19727B-3AD0-4B0F-9B1E-D723D643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486150"/>
            <a:ext cx="8191500" cy="762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05FA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9F9AC9-7457-41AF-8DAA-65781493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619500"/>
            <a:ext cx="769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Qual cartão mostra fruto do Espírito?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5236D9-B915-4DF1-B3F4-FF08EA41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529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49DB26-5BB9-4C99-B65F-FD09E8C1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2915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034C8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34C8C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B025BD-3403-4371-9480-20B8A8D9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476750"/>
            <a:ext cx="8191500" cy="762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5C96C6-7822-4DEA-9868-57F953F2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610100"/>
            <a:ext cx="769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Qual atitude vou treinar esta semana?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712D31-802C-475F-A81D-FA477990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62293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11/12</a:t>
            </a:r>
          </a:p>
        </p:txBody>
      </p:sp>
    </p:spTree>
    <p:extLst>
      <p:ext uri="{BB962C8B-B14F-4D97-AF65-F5344CB8AC3E}">
        <p14:creationId xmlns:p14="http://schemas.microsoft.com/office/powerpoint/2010/main" val="13296421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078D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6ABCA1-2513-476F-8CC4-0539A25D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23875" y="-428625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015598-C356-4A5E-AC1D-5DE1FE87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CFF0B0-AB66-4509-A934-AAF3E792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-3429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4709F7-F36D-4662-811D-312CF1A0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-4000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668C53-C89A-48B9-8EF5-5CC5647A6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810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BA00D0-DE85-4187-B74F-592BF3DE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14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BE46A-C4D7-46E8-8A8E-CD9EB622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57200" y="6191250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292338-1415-47E4-845E-955D6764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4008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C593A7-0604-4257-9E96-C85A5F81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61531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5CFA68-81F9-4C20-97D2-CA7BAF12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619125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C9D946-2D12-489F-8D06-6CCC710B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75380C-8C2B-4AE3-A4C6-E80C5B32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60007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8F88BF-92FE-4170-BE44-47904389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Desafio da semana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8BD96E-B6AA-4914-B1AB-9130F313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95450"/>
            <a:ext cx="6762750" cy="14859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7C46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B8AD80-2A73-4CB6-8AEE-35F3A4E8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962150"/>
            <a:ext cx="6115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Nesta semana,</a:t>
            </a:r>
          </a:p>
          <a:p xmlns:a="http://schemas.openxmlformats.org/drawingml/2006/main">
            <a:pPr algn="ctr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jogue limpo como Jesus.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B77A27-1A07-42A3-86FA-78B8D14CA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52850"/>
            <a:ext cx="666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Escolha uma atitude do fruto do Espírito para praticar.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19A781-0E54-4691-8DD1-2D998B24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57800"/>
            <a:ext cx="5943600" cy="6096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034C8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88234C-1202-4033-9A01-DD1CFC4E2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95900"/>
            <a:ext cx="552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Oração: Jesus, ajuda-nos a andar como o Senhor andou.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bd4404c244a20"/>
          <a:stretch xmlns:a="http://schemas.openxmlformats.org/drawingml/2006/main"/>
        </p:blipFill>
        <p:spPr>
          <a:xfrm xmlns:a="http://schemas.openxmlformats.org/drawingml/2006/main">
            <a:off x="8293100" y="1695450"/>
            <a:ext cx="2463800" cy="369570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29B901-9D94-4743-B469-7DB93E7AD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62293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12/12</a:t>
            </a:r>
          </a:p>
        </p:txBody>
      </p:sp>
    </p:spTree>
    <p:extLst>
      <p:ext uri="{BB962C8B-B14F-4D97-AF65-F5344CB8AC3E}">
        <p14:creationId xmlns:p14="http://schemas.microsoft.com/office/powerpoint/2010/main" val="13905503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2026-06-23T21:01:13.9770000Z</dcterms:created>
  <dcterms:modified xsi:type="dcterms:W3CDTF">2026-06-23T21:01:13.9770000Z</dcterms:modified>
</coreProperties>
</file>