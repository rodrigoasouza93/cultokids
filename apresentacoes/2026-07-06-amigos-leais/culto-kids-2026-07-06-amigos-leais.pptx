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0e6fbb22234b74" /><Relationship Type="http://schemas.openxmlformats.org/officeDocument/2006/relationships/extended-properties" Target="/docProps/app.xml" Id="Rd747e1b98e374e64" /><Relationship Type="http://schemas.openxmlformats.org/officeDocument/2006/relationships/officeDocument" Target="/ppt/presentation.xml" Id="R112e3d2e365548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47e4ad14924f95"/>
  </p:sldMasterIdLst>
  <p:notesMasterIdLst>
    <p:notesMasterId xmlns:r="http://schemas.openxmlformats.org/officeDocument/2006/relationships" r:id="Rb0d14585c2dc4a9d"/>
  </p:notesMasterIdLst>
  <p:sldIdLst>
    <p:sldId xmlns:r="http://schemas.openxmlformats.org/officeDocument/2006/relationships" id="256" r:id="R6e6a20561a57482d"/>
    <p:sldId xmlns:r="http://schemas.openxmlformats.org/officeDocument/2006/relationships" id="257" r:id="R6f72fe62a500409b"/>
    <p:sldId xmlns:r="http://schemas.openxmlformats.org/officeDocument/2006/relationships" id="258" r:id="R1ee62c97ebe64c46"/>
    <p:sldId xmlns:r="http://schemas.openxmlformats.org/officeDocument/2006/relationships" id="259" r:id="Rc99891447f53439e"/>
    <p:sldId xmlns:r="http://schemas.openxmlformats.org/officeDocument/2006/relationships" id="260" r:id="Rbe1b523063a84209"/>
    <p:sldId xmlns:r="http://schemas.openxmlformats.org/officeDocument/2006/relationships" id="261" r:id="R7d78252cefc04d0e"/>
    <p:sldId xmlns:r="http://schemas.openxmlformats.org/officeDocument/2006/relationships" id="262" r:id="R2eab9c939ca240cc"/>
    <p:sldId xmlns:r="http://schemas.openxmlformats.org/officeDocument/2006/relationships" id="263" r:id="Re4331f4e981e4eda"/>
    <p:sldId xmlns:r="http://schemas.openxmlformats.org/officeDocument/2006/relationships" id="264" r:id="R49acb57d54d54ec4"/>
    <p:sldId xmlns:r="http://schemas.openxmlformats.org/officeDocument/2006/relationships" id="265" r:id="R63333cb6b3ab458a"/>
    <p:sldId xmlns:r="http://schemas.openxmlformats.org/officeDocument/2006/relationships" id="266" r:id="R77a118ed8d2043b5"/>
    <p:sldId xmlns:r="http://schemas.openxmlformats.org/officeDocument/2006/relationships" id="267" r:id="R7437b3c2775647b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d48bed57904917" /><Relationship Type="http://schemas.openxmlformats.org/officeDocument/2006/relationships/slideMaster" Target="/ppt/slideMasters/slideMaster1.xml" Id="R3747e4ad14924f95" /><Relationship Type="http://schemas.openxmlformats.org/officeDocument/2006/relationships/notesMaster" Target="/ppt/notesMasters/notesMaster1.xml" Id="Rb0d14585c2dc4a9d" /><Relationship Type="http://schemas.openxmlformats.org/officeDocument/2006/relationships/presProps" Target="/ppt/presProps.xml" Id="Ra4dbbb0e848b4ea9" /><Relationship Type="http://schemas.openxmlformats.org/officeDocument/2006/relationships/tableStyles" Target="/ppt/tableStyles.xml" Id="Rad7670250f184729" /><Relationship Type="http://schemas.openxmlformats.org/officeDocument/2006/relationships/slide" Target="/ppt/slides/slide1.xml" Id="R6e6a20561a57482d" /><Relationship Type="http://schemas.openxmlformats.org/officeDocument/2006/relationships/slide" Target="/ppt/slides/slide2.xml" Id="R6f72fe62a500409b" /><Relationship Type="http://schemas.openxmlformats.org/officeDocument/2006/relationships/slide" Target="/ppt/slides/slide3.xml" Id="R1ee62c97ebe64c46" /><Relationship Type="http://schemas.openxmlformats.org/officeDocument/2006/relationships/slide" Target="/ppt/slides/slide4.xml" Id="Rc99891447f53439e" /><Relationship Type="http://schemas.openxmlformats.org/officeDocument/2006/relationships/slide" Target="/ppt/slides/slide5.xml" Id="Rbe1b523063a84209" /><Relationship Type="http://schemas.openxmlformats.org/officeDocument/2006/relationships/slide" Target="/ppt/slides/slide6.xml" Id="R7d78252cefc04d0e" /><Relationship Type="http://schemas.openxmlformats.org/officeDocument/2006/relationships/slide" Target="/ppt/slides/slide7.xml" Id="R2eab9c939ca240cc" /><Relationship Type="http://schemas.openxmlformats.org/officeDocument/2006/relationships/slide" Target="/ppt/slides/slide8.xml" Id="Re4331f4e981e4eda" /><Relationship Type="http://schemas.openxmlformats.org/officeDocument/2006/relationships/slide" Target="/ppt/slides/slide9.xml" Id="R49acb57d54d54ec4" /><Relationship Type="http://schemas.openxmlformats.org/officeDocument/2006/relationships/slide" Target="/ppt/slides/slide10.xml" Id="R63333cb6b3ab458a" /><Relationship Type="http://schemas.openxmlformats.org/officeDocument/2006/relationships/slide" Target="/ppt/slides/slide11.xml" Id="R77a118ed8d2043b5" /><Relationship Type="http://schemas.openxmlformats.org/officeDocument/2006/relationships/slide" Target="/ppt/slides/slide12.xml" Id="R7437b3c2775647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1e51113dc343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60ae058bd94c80" /><Relationship Type="http://schemas.openxmlformats.org/officeDocument/2006/relationships/notesMaster" Target="/ppt/notesMasters/notesMaster1.xml" Id="Rc234882df3dc4d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387a0889dd4d5b" /><Relationship Type="http://schemas.openxmlformats.org/officeDocument/2006/relationships/notesMaster" Target="/ppt/notesMasters/notesMaster1.xml" Id="R30286512d5af43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60c312c2894032" /><Relationship Type="http://schemas.openxmlformats.org/officeDocument/2006/relationships/notesMaster" Target="/ppt/notesMasters/notesMaster1.xml" Id="R563840496e794b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7e349352fe40cc" /><Relationship Type="http://schemas.openxmlformats.org/officeDocument/2006/relationships/notesMaster" Target="/ppt/notesMasters/notesMaster1.xml" Id="Rb99683df995e43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8fa85a435046d6" /><Relationship Type="http://schemas.openxmlformats.org/officeDocument/2006/relationships/notesMaster" Target="/ppt/notesMasters/notesMaster1.xml" Id="R82a5c24ea7a546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544fdc146d45ee" /><Relationship Type="http://schemas.openxmlformats.org/officeDocument/2006/relationships/notesMaster" Target="/ppt/notesMasters/notesMaster1.xml" Id="Rd879f0193f6a43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721c3694cc4a19" /><Relationship Type="http://schemas.openxmlformats.org/officeDocument/2006/relationships/notesMaster" Target="/ppt/notesMasters/notesMaster1.xml" Id="Rad8887efe85842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829b477dde4fa9" /><Relationship Type="http://schemas.openxmlformats.org/officeDocument/2006/relationships/notesMaster" Target="/ppt/notesMasters/notesMaster1.xml" Id="R5a509b49b98449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bae6961b32423c" /><Relationship Type="http://schemas.openxmlformats.org/officeDocument/2006/relationships/notesMaster" Target="/ppt/notesMasters/notesMaster1.xml" Id="R398f651ea6c34c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04584f478343be" /><Relationship Type="http://schemas.openxmlformats.org/officeDocument/2006/relationships/notesMaster" Target="/ppt/notesMasters/notesMaster1.xml" Id="Rd6a52daa0be34d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e325b15df184716" /><Relationship Type="http://schemas.openxmlformats.org/officeDocument/2006/relationships/notesMaster" Target="/ppt/notesMasters/notesMaster1.xml" Id="R98b32fe1aa3349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7c88669b5c466c" /><Relationship Type="http://schemas.openxmlformats.org/officeDocument/2006/relationships/notesMaster" Target="/ppt/notesMasters/notesMaster1.xml" Id="Rde49d61e524d40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apresentando o tema do mês e perguntando o que uma amizade leal faz.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julho terá quatro histórias bíblicas sobre amizade.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Repita o versículo em duas partes e explique a palavra angústia como dia difícil.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 a história com simplicidade: Davi e Jônatas aprenderam a confiar um no outro.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Aplique com exemplos: quando um amigo ganha, aprende algo novo ou recebe elogio.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Direcione as respostas para atitudes seguras: chamar um adulto, não zombar, defender com respeito.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Peça que as crianças escolham uma das quatro atitudes para praticar.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Mantenha Jesus no centro: a amizade de Davi e Jônatas aponta para o amor que Jesus ensina.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Peça exemplos concretos para cada palavra: orar, respeitar, ajudar e perdoar.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Organize duplas ou sorteio simples. Garanta que visitantes sejam incluídos.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Faça a revisão em voz alta e deixe as crianças responderem com frases curtas.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Convide as crianças para uma oração curta e cite a fonte visível no encerramento.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61b727f74c41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9763a4062f461f" /><Relationship Type="http://schemas.openxmlformats.org/officeDocument/2006/relationships/slideLayout" Target="/ppt/slideLayouts/slideLayout1.xml" Id="R8b347d9adb0d46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347d9adb0d46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808f3cb004183" /><Relationship Type="http://schemas.openxmlformats.org/officeDocument/2006/relationships/image" Target="/ppt/media/image.png" Id="Ra764cc27f9014418" /><Relationship Type="http://schemas.openxmlformats.org/officeDocument/2006/relationships/notesSlide" Target="/ppt/notesSlides/notesSlide1.xml" Id="R1015d3afc18845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f8d90b61c4666" /><Relationship Type="http://schemas.openxmlformats.org/officeDocument/2006/relationships/image" Target="/ppt/media/image2.png" Id="Rfccd2e80b3d743a4" /><Relationship Type="http://schemas.openxmlformats.org/officeDocument/2006/relationships/notesSlide" Target="/ppt/notesSlides/notesSlide2.xml" Id="Rb5fbbc21860046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268782a394177" /><Relationship Type="http://schemas.openxmlformats.org/officeDocument/2006/relationships/notesSlide" Target="/ppt/notesSlides/notesSlide3.xml" Id="Rf82481f54d084e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c4f41acdc4ccf" /><Relationship Type="http://schemas.openxmlformats.org/officeDocument/2006/relationships/notesSlide" Target="/ppt/notesSlides/notesSlide4.xml" Id="R9696fd0e169b48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db4cb0402419d" /><Relationship Type="http://schemas.openxmlformats.org/officeDocument/2006/relationships/notesSlide" Target="/ppt/notesSlides/notesSlide5.xml" Id="R04eb691238da4e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10144abe54fd8" /><Relationship Type="http://schemas.openxmlformats.org/officeDocument/2006/relationships/notesSlide" Target="/ppt/notesSlides/notesSlide6.xml" Id="Rdab963e227aa45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2f098097b45b3" /><Relationship Type="http://schemas.openxmlformats.org/officeDocument/2006/relationships/notesSlide" Target="/ppt/notesSlides/notesSlide7.xml" Id="Rdc7e8d9c567a45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0c0a36c224794" /><Relationship Type="http://schemas.openxmlformats.org/officeDocument/2006/relationships/image" Target="/ppt/media/image3.png" Id="R365b0bc8d1554c65" /><Relationship Type="http://schemas.openxmlformats.org/officeDocument/2006/relationships/notesSlide" Target="/ppt/notesSlides/notesSlide8.xml" Id="Rf0452be12b4745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67059971d41b9" /><Relationship Type="http://schemas.openxmlformats.org/officeDocument/2006/relationships/notesSlide" Target="/ppt/notesSlides/notesSlide9.xml" Id="R68e835a11e144e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39cb441a644d5" /><Relationship Type="http://schemas.openxmlformats.org/officeDocument/2006/relationships/notesSlide" Target="/ppt/notesSlides/notesSlide10.xml" Id="Rfa801c1b732140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8f1651ada424e" /><Relationship Type="http://schemas.openxmlformats.org/officeDocument/2006/relationships/notesSlide" Target="/ppt/notesSlides/notesSlide11.xml" Id="R144063aa42a741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b2692fa6f4194" /><Relationship Type="http://schemas.openxmlformats.org/officeDocument/2006/relationships/image" Target="/ppt/media/image4.png" Id="Rf19132082ad8442e" /><Relationship Type="http://schemas.openxmlformats.org/officeDocument/2006/relationships/notesSlide" Target="/ppt/notesSlides/notesSlide12.xml" Id="Rfb1f9cbf37c649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78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C162C1-A9F9-4590-8483-28DBF8E8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5E222-5B57-4202-8FE8-8AE87A07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15479B-DDCF-4853-B29D-03CBD624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62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3933A-E4D8-4A5C-96D7-1234F29B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762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C8736-53FB-472E-9326-1C8BA556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400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972F5-A5C5-418A-84DA-76632CEB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0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DD5A1-33B6-42EF-8343-7F58D4C2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59817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53F6B-A183-46A5-AEDC-CB1F2129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C115C-5FC7-485C-876C-1002BB4D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0960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A1409E-0C01-45C8-B1E9-EE3BAF96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0769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43CD99-3186-4318-9D90-215D913B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E51F21-072D-45A8-A43E-0776B99B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9817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07A252-3198-477B-BAEC-DC2168D5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8FFBC9-0C73-427B-92B7-4B54D0EC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518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AMIGOS SÃO PRESENTES DE DEUS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05A4CE-900D-459D-A39C-669345C3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06/07/2026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8666DD-5A8F-44E0-AD13-C1931945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905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AMIGOS</a:t>
            </a:r>
          </a:p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F526FF-2118-433C-9224-B63DD409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6286500" cy="8382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43CEE4-358F-40BD-BD49-31D16422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582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Amigo leal ama e cuida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26647D-D51C-41C1-9001-0D1C7BAF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Base: Davi e Jônatas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E9BFCD-ECF8-437E-A207-82FE4314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33450"/>
            <a:ext cx="1619250" cy="1524000"/>
          </a:xfrm>
          <a:prstGeom xmlns:a="http://schemas.openxmlformats.org/drawingml/2006/main" prst="hear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840944-79C8-4951-BDC4-9D9E816D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429750" y="1733550"/>
            <a:ext cx="1333500" cy="1695450"/>
          </a:xfrm>
          <a:prstGeom xmlns:a="http://schemas.openxmlformats.org/drawingml/2006/main" prst="homePlat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68C162-99AE-43C5-A429-30C46AA2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476750"/>
            <a:ext cx="180975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8D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659BD3-5A4C-4840-B1C2-F4B1CBDB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62450"/>
            <a:ext cx="180975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034C8C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4DA9B5-8503-4E70-AD4C-925F789F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0945" y="4552950"/>
            <a:ext cx="114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553EDE-3DB3-4F69-A7EF-CE72CB1B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165" y="4743450"/>
            <a:ext cx="514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7032FC-5FF5-4727-AD4B-70290DFD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003292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BÍBLIA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64cc27f9014418"/>
          <a:stretch xmlns:a="http://schemas.openxmlformats.org/drawingml/2006/main"/>
        </p:blipFill>
        <p:spPr>
          <a:xfrm xmlns:a="http://schemas.openxmlformats.org/drawingml/2006/main">
            <a:off x="8858250" y="3359192"/>
            <a:ext cx="2095500" cy="2578016"/>
          </a:xfrm>
          <a:prstGeom xmlns:a="http://schemas.openxmlformats.org/drawingml/2006/main" prst="roundRect">
            <a:avLst>
              <a:gd name="adj" fmla="val 10909"/>
            </a:avLst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2CBD37-9D2F-4ECE-AC6A-DEDAEA77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22935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1/12</a:t>
            </a:r>
          </a:p>
        </p:txBody>
      </p:sp>
    </p:spTree>
    <p:extLst>
      <p:ext uri="{BB962C8B-B14F-4D97-AF65-F5344CB8AC3E}">
        <p14:creationId xmlns:p14="http://schemas.microsoft.com/office/powerpoint/2010/main" val="3076524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78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F84CDD-9586-4DB0-A621-B523F55B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A8E210-8761-4271-B13F-9F803581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67957-3E99-4024-8D7E-76B3B2B1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62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4EAD1-6EE0-45EA-B2A9-3E403A59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762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F74B2E-4DAB-4BCB-AEA2-BAD33E58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400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9517A-9523-4A6B-80ED-DB2A2697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0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CCC50-7D49-4F3E-8D61-DBB12C10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59817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9250A7-CC12-4F4E-AAC5-AB60C71D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74652-1729-4F81-A81A-7128894A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0960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EBC96A-68ED-493C-B528-8B109086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0769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1AE57-21C7-4CFB-A72F-D392738F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CC4476-1D5B-41B5-B640-56B72A32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9817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D60C89-7581-4568-B4AD-CF15D1D2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838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Amigos são presentes de Deus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39229B-D077-43D5-8293-83492FE0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866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Tema mensal de julho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F24002-06C1-413C-9FDD-61551EE6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6381750" cy="1581150"/>
          </a:xfrm>
          <a:prstGeom xmlns:a="http://schemas.openxmlformats.org/drawingml/2006/main" prst="roundRect">
            <a:avLst>
              <a:gd name="adj" fmla="val 14458"/>
            </a:avLst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D58445-D50D-420D-AAD7-4144C28D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76450"/>
            <a:ext cx="5695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Deus nos ensina a amar, cuidar e permanecer perto dos amigos.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9487C-5409-48A5-AEB4-122374C7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52900"/>
            <a:ext cx="16192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0C0C06-1D19-4341-A8F0-1372885F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1005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AMAR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7DC237-ACD3-45EB-911E-BB528558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52900"/>
            <a:ext cx="18097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4171E4-E837-4504-8152-1F959E6A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1005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CUIDAR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8A28B4-1B87-421A-A6BD-FFE9DD34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52900"/>
            <a:ext cx="16192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CA079B-29B3-440C-93AF-12EB6D92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1005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34C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34C8C"/>
                </a:solidFill>
                <a:latin typeface="Arial"/>
                <a:ea typeface="Arial"/>
                <a:cs typeface="Arial"/>
              </a:rPr>
              <a:t>ORAR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d2e80b3d743a4"/>
          <a:stretch xmlns:a="http://schemas.openxmlformats.org/drawingml/2006/main"/>
        </p:blipFill>
        <p:spPr>
          <a:xfrm xmlns:a="http://schemas.openxmlformats.org/drawingml/2006/main">
            <a:off x="8115300" y="2090236"/>
            <a:ext cx="2362200" cy="2906128"/>
          </a:xfrm>
          <a:prstGeom xmlns:a="http://schemas.openxmlformats.org/drawingml/2006/main" prst="roundRect">
            <a:avLst>
              <a:gd name="adj" fmla="val 9677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1BB95F-E783-42D5-9E51-6BB8E03B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22935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19050382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78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AD5A99-C694-4AA7-9697-DE0ACF2F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C5753-35E4-4B4C-B2A1-3B4CCFC0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6FF27-0CA3-4E5B-8CFA-3766B903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62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9A916-17C1-4198-B01B-643635CD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762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884A8-0B25-4875-9E02-ADB1B329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400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B0739-12A3-4E17-944A-AADB66C5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0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798004-58F2-42C9-BF2D-C4B424D3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59817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93539-41C9-4CFF-B45D-A72AB358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001CEA-B514-46C2-B2C4-17027829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0960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0B60D-2749-4F6A-BEFF-83CCAF00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0769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29E9F-F0D7-4BF5-836F-8EE9A1D9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24D95F-AF8A-4466-BCEA-DEF7B5D5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9817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8FB166-DC26-400A-8316-A5D089B6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838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amigo ama em todo tempo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FED05A-BF00-4F96-8B37-F711CCAF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866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Vamos repetir juntos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778556-9D49-4717-B325-AA16A75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9982200" cy="26289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CA5321-C50E-4904-AA7A-E34B382E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33600"/>
            <a:ext cx="9144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“Em todo tempo ama o amigo,</a:t>
            </a:r>
          </a:p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 na angústia nasce o irmão.”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E6C3DE-1148-4BFE-809B-6D991A6C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052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Provérbios 17:17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6BF7AB-20EA-4D6A-BA0C-2BEC176A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76800"/>
            <a:ext cx="7391400" cy="781050"/>
          </a:xfrm>
          <a:prstGeom xmlns:a="http://schemas.openxmlformats.org/drawingml/2006/main" prst="roundRect">
            <a:avLst>
              <a:gd name="adj" fmla="val 29268"/>
            </a:avLst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880D4D-E827-4004-B927-14DB2839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048250"/>
            <a:ext cx="681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Amigo leal ama e permanece perto.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0CEEE1-8053-45FF-8214-D182978C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22935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14281880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78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1B366E-3733-4ABB-A7E9-19761C4E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123D1-91D3-4B1E-BF8F-25175C35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7CC67-C987-47CF-B368-81822AC4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62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BDEE0-65E4-4F2D-BA83-F3502A3F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762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91281-C4CB-4762-AB77-AF103854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400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EE398-C944-4C42-82D3-613F5ECE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0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8EF9B-4C71-479E-A96C-349580AE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59817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9E12D-139E-4114-834E-F6CBAA73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0C306B-FD45-4BFF-A622-A937814C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0960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3CC550-B48D-405E-B67F-9C283BFC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0769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AA438B-280C-4DD1-8713-24F78E6C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0AB80-EB3A-4AD1-B741-8E88C64C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9817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C8E6B1-6C38-45C4-8E65-280AC3C7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838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Davi e Jônatas se tornaram amigos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10C161-9E99-493E-9BED-81272497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6191250" cy="1524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64D98-9F9E-4ACF-A77E-533E6F5F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62150"/>
            <a:ext cx="5543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Bíblia conta que nasceu uma amizade forte entre eles.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B2CBFC-F7BC-46B7-91D4-932884A2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Samuel 18:1-4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03CF5F-0305-4DB9-BC79-D2241C92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48200"/>
            <a:ext cx="20002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1FDF63-BD68-40D0-A33F-FEF77744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amizade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5328FA-DB08-4ABB-BF7F-4DC98D9F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48200"/>
            <a:ext cx="18097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5D92DA-75CC-4457-AA62-C302DBEF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70535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34C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34C8C"/>
                </a:solidFill>
                <a:latin typeface="Arial"/>
                <a:ea typeface="Arial"/>
                <a:cs typeface="Arial"/>
              </a:rPr>
              <a:t>alegria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9F0E8C-88D4-4C9C-A2E5-35340959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48200"/>
            <a:ext cx="21907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EBCA0C-4886-40EA-A081-EC816D81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7053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confiança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AB7101-F808-497E-852E-D38C5644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57350"/>
            <a:ext cx="2095500" cy="1952625"/>
          </a:xfrm>
          <a:prstGeom xmlns:a="http://schemas.openxmlformats.org/drawingml/2006/main" prst="heart">
            <a:avLst/>
          </a:prstGeom>
          <a:solidFill xmlns:a="http://schemas.openxmlformats.org/drawingml/2006/main">
            <a:srgbClr val="E95C74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4CEC1D-B1B9-4039-B84A-7BC639FD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667750" y="3867150"/>
            <a:ext cx="1695450" cy="1809750"/>
          </a:xfrm>
          <a:prstGeom xmlns:a="http://schemas.openxmlformats.org/drawingml/2006/main" prst="homePlat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EE35DA-4F19-46A0-B322-24059C74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22935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5568517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78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66C20B-1703-4EC1-848A-C69DB4BC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AB412-DC4C-4CD8-AB3C-7F904E78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2058F-5B7C-4D6C-A08F-3C5DA64F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62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3BE08-9ADB-4E3A-94EC-4F0DA9BB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762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F8236-C43A-49C8-A965-B233866E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400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61D16-C5C4-49FB-86E2-EE301739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0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B12D0-791B-418F-B9B1-8EB6D04F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59817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05A95-4AFB-4870-8059-EA29734C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231F4-E57C-43E2-A104-9725FED4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0960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79D3C-4DE3-46E0-BDB0-AF697580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0769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0E2ED8-3B1C-470E-8B13-D22B34FA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C5FEF7-67BC-47F2-8D09-9A1941EE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9817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6E6705-D74F-4BAC-BF11-9021481F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838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Jônatas não teve inveja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B2217D-8B77-406F-9AFB-EF5DD6EC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Ele poderia competir com Davi, mas escolheu amar e ajudar.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F51B20-1291-4861-87D0-62E344D6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71850"/>
            <a:ext cx="7772400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2538C6-6104-44F9-85B2-BAF7A8C1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0450"/>
            <a:ext cx="708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Amizade leal fica feliz com a bênção do outro.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560EDB-F84C-4F9F-9C61-E458E522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907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9369A2-776A-4345-804D-0522921B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145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34C8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34C8C"/>
                </a:solidFill>
                <a:latin typeface="Arial"/>
                <a:ea typeface="Arial"/>
                <a:cs typeface="Arial"/>
              </a:rPr>
              <a:t>sem</a:t>
            </a:r>
          </a:p>
          <a:p xmlns:a="http://schemas.openxmlformats.org/drawingml/2006/main">
            <a:pPr algn="ctr">
              <a:defRPr sz="2550" b="1">
                <a:solidFill>
                  <a:srgbClr val="034C8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34C8C"/>
                </a:solidFill>
                <a:latin typeface="Arial"/>
                <a:ea typeface="Arial"/>
                <a:cs typeface="Arial"/>
              </a:rPr>
              <a:t>inveja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8BD0F1-8D1E-45FE-BA42-150C2D2F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00500"/>
            <a:ext cx="1562100" cy="1428750"/>
          </a:xfrm>
          <a:prstGeom xmlns:a="http://schemas.openxmlformats.org/drawingml/2006/main" prst="hear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B66161-2FE2-4D86-97C6-10AABABA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22935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15663145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78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EFDBD4-C980-41A2-BD30-2D64ADBE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41978-AF4F-40BA-97ED-DCCA8AEC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6540B-641B-4DDD-87D0-3C728D3E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62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96A6D-8F55-4942-8E71-072789CB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762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3F5E2-D659-4C45-B7E4-6BFE964D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400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A9372-4651-4CDC-BAFF-0ED555CD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0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1F5D5-2F76-4E12-BABE-96AF1FC7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59817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F3CC4-758B-40FE-A0A6-485E67CB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2149B-DA8E-4011-9B67-F9F78B04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0960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FB0F91-CE36-4DAB-AA4A-4D08BC2F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0769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CF78D7-2CF5-42A8-9787-ED2DA0C5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219433-4503-4CB8-AC3E-307C9A63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9817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90200-F603-4C88-BA36-71C54896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838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Amigo leal protege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0E2F06-86B3-4123-A228-202D7DAA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6286500" cy="1714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DAC33-D4E4-412A-8AC6-B5BA0C57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43100"/>
            <a:ext cx="5600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Jônatas avisou Davi sobre o perigo e fez o que era certo.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D258DE-7A0D-4A84-A225-C057EA0A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Samuel 20:16-17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105792-4022-41E3-9FB2-B2C4677A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7029450" cy="7429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05FA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F9A5A6-171F-44CC-8474-1148BB83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010150"/>
            <a:ext cx="649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Pergunta: como posso proteger um amigo sem brigar?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805D21-0D79-4B49-A735-E410FA3C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496300" y="1752600"/>
            <a:ext cx="2019300" cy="2343150"/>
          </a:xfrm>
          <a:prstGeom xmlns:a="http://schemas.openxmlformats.org/drawingml/2006/main" prst="homePlat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AAD31E-9691-42BA-BD4F-BDE02EC1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481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cuidado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7B5E75-CD08-496A-A24A-164CB538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22935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16327626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78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907745-669F-4A62-8BC6-4E6952ED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327A9-8C0A-403E-9DC7-79803D24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978DF2-C6AB-4593-97C2-926758E7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62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84A4E-5F2F-4188-9DEF-9A30B81E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762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8DDBE-FBBB-4272-BCD0-46E84EA2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400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EFDDE-05C0-4104-8E5B-FFE55251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0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413170-70AE-4390-A33C-464AC837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59817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40609-120B-4321-ADB1-CEB7D9A3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1C9CD-C769-4A9C-AB3A-7E6EF4B3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0960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A25114-89D8-41C5-8499-A5435742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0769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21BD8-922A-4862-9B06-E3CB218D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A4C842-5C82-4AF7-8AAE-198B5025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9817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46EBC6-9C94-4D1B-B8BB-593F4551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838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Amigo leal faz o bem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F823B3-C327-4A57-85B1-AD316446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47850"/>
            <a:ext cx="135255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E3F86C-0F1B-4651-99A0-67C4E3ED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fala a verdade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A643F1-1A2D-4019-B00C-1B738354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847850"/>
            <a:ext cx="135255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8D8C10-CF75-4D73-A53D-4F1899D3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2900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não zomba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8ED09A-2AD8-4BC7-A762-10B184F3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47850"/>
            <a:ext cx="135255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ED3A5B-3934-4E8D-932E-6B8382EA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2900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não abandona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355AC3-4AED-4009-98A6-2258DB2D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47850"/>
            <a:ext cx="135255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5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8E2B0A-F66C-4D78-B018-88BAC5C1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2900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pede perdão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CDE675-B074-4DC6-8E98-FCDFFC61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76800"/>
            <a:ext cx="9029700" cy="819150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C8E4B5-13EA-4028-9F47-6CE1A8CB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48250"/>
            <a:ext cx="842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 leal é escolher o que agrada a Deus.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ECD448-87D7-4A1B-81B1-C5CFCD00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22935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7/12</a:t>
            </a:r>
          </a:p>
        </p:txBody>
      </p:sp>
    </p:spTree>
    <p:extLst>
      <p:ext uri="{BB962C8B-B14F-4D97-AF65-F5344CB8AC3E}">
        <p14:creationId xmlns:p14="http://schemas.microsoft.com/office/powerpoint/2010/main" val="11810088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78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7CB5B0-AFB3-46CE-9355-F250F47F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DF5E79-6293-4BF5-9737-6460B3C2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DD7D0-ADAF-4852-90B2-AD1C9923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62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CA1B2-315F-4272-92FE-BE8C154C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762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A5D80-7CD8-46C9-9309-C921D50F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400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C310C-1E0D-4AFC-A947-DA9568CA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0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BFF37-3412-449A-A925-A1A659F8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59817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FF53DC-F897-44F4-91F7-095BF23C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B7F03-DDD8-4964-A80C-2B620099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0960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5A4DF-858E-42BA-839A-C02CDDB2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0769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34036D-3D40-4892-A8FE-39DB735C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3859C7-21AA-4AD9-A5CD-46F580CD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9817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8583B5-A6DD-46F7-B312-614BF02A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838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Jesus é o melhor amigo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194EC-9A74-4575-B545-3C64C854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6438900" cy="156210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CFC89E-BB09-43E6-B62F-DDB88ABC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00250"/>
            <a:ext cx="5753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Jesus nos amou primeiro e nos ensina a amar os amigos.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FE5959-0EDB-415B-9745-1EAD3A41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576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João 15:12-13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44A08A-EA0A-46AD-9379-FC61637C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38700"/>
            <a:ext cx="6191250" cy="7429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91022E-376D-4CDB-A5E7-4A9B6DB5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911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Jesus ensina a amizade fiel.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b0bc8d1554c65"/>
          <a:stretch xmlns:a="http://schemas.openxmlformats.org/drawingml/2006/main"/>
        </p:blipFill>
        <p:spPr>
          <a:xfrm xmlns:a="http://schemas.openxmlformats.org/drawingml/2006/main">
            <a:off x="8286750" y="2078518"/>
            <a:ext cx="2381250" cy="2929564"/>
          </a:xfrm>
          <a:prstGeom xmlns:a="http://schemas.openxmlformats.org/drawingml/2006/main" prst="roundRect">
            <a:avLst>
              <a:gd name="adj" fmla="val 9600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D60071-1ACC-4888-8871-CF9D3C8A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22935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18456667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78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0F43E5-8522-41D2-9E6A-4DD64FE8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04B7C6-9F7C-46A4-8286-339AC7E8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74128-33DA-4B5E-A05E-CAFEABF7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62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075A8-B7B4-4A0E-A7D7-DA2A0363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762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0FCA3-7487-4071-A8F9-CBC61107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400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43C2E-F084-40F6-A9CF-256705F9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0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C8643-6811-4E9C-9461-847527F5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59817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B9F8C6-4A40-458C-AD88-53604680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BA8D2-4677-48DC-88BD-B87C3D6C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0960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44E56D-4B9A-4E94-96B0-C104D2A3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0769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F01C5A-F5BF-4D34-AAD4-D7B7EB29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F0EDE0-8B11-442E-9F1E-B2F965E1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9817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86FEAD-C727-4714-9259-4AA2449B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838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Como ser amigo leal hoje?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D9FF81-6DBD-4E90-8C90-85491C9D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28800"/>
            <a:ext cx="20002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009069-D09E-433D-9E3D-5DA90C4E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85950"/>
            <a:ext cx="1847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C8D2A2-7EEC-4CF2-813E-085EE1E8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28800"/>
            <a:ext cx="23812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E7AAAF-4142-4E58-B02A-51122FCB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85950"/>
            <a:ext cx="2228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34C8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34C8C"/>
                </a:solidFill>
                <a:latin typeface="Arial"/>
                <a:ea typeface="Arial"/>
                <a:cs typeface="Arial"/>
              </a:rPr>
              <a:t>respeitar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64CFCC-4AB5-4ACD-A3AD-E9297EF5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28800"/>
            <a:ext cx="20955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CBE1D7-9395-4CC4-97D7-E008EE63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85950"/>
            <a:ext cx="194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ajudar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9FE23C-9171-46B2-B7F7-FE61AE2E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28800"/>
            <a:ext cx="20955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5C74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606DA8-9A14-4C4B-9DF6-8E25D465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85950"/>
            <a:ext cx="194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perdoar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02944E-5FAC-4A1D-99B0-B51482E8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24250"/>
            <a:ext cx="9067800" cy="12573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359179-F2E3-4510-8210-4277D233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771900"/>
            <a:ext cx="8420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 escola, em casa e na igreja,</a:t>
            </a:r>
          </a:p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posso cuidar dos meus amigos.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D3099A-6E94-41CB-855D-FF45D096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22935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15450147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78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0223CE-9A67-4ECF-8893-0F0B5145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2FE69-8AD0-4C88-88AC-B2AEC67D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80C5B-9016-4540-878F-39B159B4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62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C7453-17AE-4845-B47D-02000522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762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7E870-28BB-46E9-AD27-5829098B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400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DB8B5-07DB-4757-AB6B-3276124F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0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7D31A-24E8-4FB8-B334-727B4F99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59817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40ED7-0D84-47BA-94F2-F925BEBB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2B5642-6FF5-468E-B3C2-DE24217C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0960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CF545-B620-493B-B004-F20AD365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0769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CC061-80E1-4022-A3B8-BC5172DE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1E0A8-E1F6-4821-B916-91621C97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9817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DAD6A6-0A9A-41CD-B486-F194D4DD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838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Atividade: amigo secreto de oração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000D6A-802F-4C26-901E-1B5EB81A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09750"/>
            <a:ext cx="21907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8DB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290219-411C-4622-B6B6-64917A99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352550" y="1924050"/>
            <a:ext cx="1885950" cy="12001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9525">
            <a:solidFill>
              <a:srgbClr val="FFD2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81B48C-F162-4AC8-A3B2-4B23D708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667750" y="1771650"/>
            <a:ext cx="1200150" cy="142875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FFF8DB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30D61B-AD3C-4F2C-B878-E5B79E45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9372600" y="1771650"/>
            <a:ext cx="1200150" cy="142875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FFF8DB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08651C-2F60-48F5-B29C-EAC2D5D4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4906D3-B846-4D6C-8270-C213FEBB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714500"/>
            <a:ext cx="4457700" cy="21145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BEB0B8-36BA-426F-8F80-05C9FEB9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95500"/>
            <a:ext cx="38481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Cada criança ora por um amigo durante o mês.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5AEC4E-9571-493D-8004-889F91A3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838700"/>
            <a:ext cx="7924800" cy="781050"/>
          </a:xfrm>
          <a:prstGeom xmlns:a="http://schemas.openxmlformats.org/drawingml/2006/main" prst="roundRect">
            <a:avLst>
              <a:gd name="adj" fmla="val 29268"/>
            </a:avLst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CE8579-2A64-4111-A2B2-BCA1F6AD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010150"/>
            <a:ext cx="735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 final, entregue uma cartinha de encorajamento.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0D654F-1B43-499F-92BB-712F75DD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22935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2322182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78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7E88EA-DC8C-4D47-B0ED-8964AA99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C9F62-B20E-463C-97DE-90173178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1197D-B72B-4EEB-9123-644DA78B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62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A7CC9-0AF0-4C8D-ADFF-2C67D47E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762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8ECD3-CFF4-4D95-927B-EFD2C969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400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FBCAD5-E4A3-4DEF-ACA3-A0DF0069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0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56916-6184-4A01-AE0E-AA2E4C8E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59817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E4CA83-021F-402D-AA9B-51F14F90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E32C5-5F47-45B5-BA53-E78D4A60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0960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576DF4-6384-41A1-B2BE-F908C8B0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0769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79DBB0-33E4-4984-8455-B7711166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CCC6CC-7F8C-4AD4-8BB0-E86E622C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9817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344C4-6192-4D62-B1AF-11A9BA07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838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Revisão da amizade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B675C0-08D4-49C0-A63D-A676DFAD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02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1B0085-E6C2-46BC-80C5-EBE5BD23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764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E44C5A-7583-434B-AE9D-C68771E4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524000"/>
            <a:ext cx="8382000" cy="762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BC4C59-E827-484B-9233-BEE03649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6573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Quem eram os amigos da história?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CA7761-7201-478E-9A13-60DCA946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90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F63AB7-0431-4317-A82C-A3270EF9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34C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34C8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DEA31F-555C-4B8C-8091-98A1322C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514600"/>
            <a:ext cx="8382000" cy="762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05FA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22164A-E787-4857-AC7A-68C415A3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479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que significa ser leal?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FA21AF-D207-4AD7-8B1B-840D289F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9C318B-2155-45D1-BA6D-3701D0FC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576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B89EFC-2C25-4C20-A8D4-08DE23B3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505200"/>
            <a:ext cx="8382000" cy="762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4B9F1B-388F-4062-BC9C-F3622B79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6385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Como Jesus nos ensina a amar?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5FDD96-E72F-4BEE-9064-B6468AF6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5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2E4D76-52D8-4DC6-B361-0C2EA63F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482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1F75B6-14EF-4FA8-B8F1-D9D4DD84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495800"/>
            <a:ext cx="8382000" cy="762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05FA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3A422B-EDDC-480C-8D62-86778562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291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Qual atitude vou praticar esta semana?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451497-2B52-46A2-B381-378E255E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22935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11/12</a:t>
            </a:r>
          </a:p>
        </p:txBody>
      </p:sp>
    </p:spTree>
    <p:extLst>
      <p:ext uri="{BB962C8B-B14F-4D97-AF65-F5344CB8AC3E}">
        <p14:creationId xmlns:p14="http://schemas.microsoft.com/office/powerpoint/2010/main" val="14575035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78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E769CD-8847-4397-8263-E4898AC7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3A03B-B455-4F9C-A942-5BB616D4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A0A8B-8147-4ECB-9935-3A53D4BD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62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A40C2-817A-48D2-BD7E-A4DA2542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762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B1429F-8A7F-473D-95CA-DF2F883C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400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39484-EF1F-44B5-85BB-5F9485C5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0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AA89B-568D-4DA4-A40F-453FBC89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59817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6B470-A7D6-4628-9993-5F62A90C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5DDE4B-BBE3-4ADE-B938-36A860DD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0960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449AB-CA03-4FE4-AE7D-03BA1A51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0769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A186ED-BBE0-4573-B725-0AD944DF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9A6F47-CB15-4CB7-869A-CDB6B56C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9817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318741-6448-4DF4-9568-8606A275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838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Desafio da semana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5EC27A-4FC0-481A-8CD2-6B0E331D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6762750" cy="14859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60A01F-BCE0-4132-881F-F977DC5F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6115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Ore por um amigo.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669A0B-B3D8-478F-8656-939DE80F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38550"/>
            <a:ext cx="676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Escolha uma pessoa para abençoar com oração e cuidado.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6F7187-7DBC-4B41-8437-574FC62D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6572250" cy="590550"/>
          </a:xfrm>
          <a:prstGeom xmlns:a="http://schemas.openxmlformats.org/drawingml/2006/main" prst="roundRect">
            <a:avLst>
              <a:gd name="adj" fmla="val 38710"/>
            </a:avLst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DD37E4-101A-4EC2-B768-3B55457A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14950"/>
            <a:ext cx="603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Jesus, ensina-nos a ser amigos leais.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132082ad8442e"/>
          <a:stretch xmlns:a="http://schemas.openxmlformats.org/drawingml/2006/main"/>
        </p:blipFill>
        <p:spPr>
          <a:xfrm xmlns:a="http://schemas.openxmlformats.org/drawingml/2006/main">
            <a:off x="8362950" y="1935643"/>
            <a:ext cx="2381250" cy="2929564"/>
          </a:xfrm>
          <a:prstGeom xmlns:a="http://schemas.openxmlformats.org/drawingml/2006/main" prst="roundRect">
            <a:avLst>
              <a:gd name="adj" fmla="val 9600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BA7BDE-BFC1-46F6-A562-8318644A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62650"/>
            <a:ext cx="76009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FA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3F14A0-71FE-4D81-A72C-626DC733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10275"/>
            <a:ext cx="7219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Fonte: @flavia.gregio / Mala de Ideias - Ed. Betel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AA4A62-9FE3-4F1F-BD4D-DB481FBA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22935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12/12</a:t>
            </a:r>
          </a:p>
        </p:txBody>
      </p:sp>
    </p:spTree>
    <p:extLst>
      <p:ext uri="{BB962C8B-B14F-4D97-AF65-F5344CB8AC3E}">
        <p14:creationId xmlns:p14="http://schemas.microsoft.com/office/powerpoint/2010/main" val="12062019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2026-07-01T14:20:45.4460000Z</dcterms:created>
  <dcterms:modified xsi:type="dcterms:W3CDTF">2026-07-01T14:20:45.4460000Z</dcterms:modified>
</coreProperties>
</file>